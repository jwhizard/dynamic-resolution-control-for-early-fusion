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9"/>
  </p:notesMasterIdLst>
  <p:sldIdLst>
    <p:sldId id="584" r:id="rId2"/>
    <p:sldId id="582" r:id="rId3"/>
    <p:sldId id="586" r:id="rId4"/>
    <p:sldId id="585" r:id="rId5"/>
    <p:sldId id="594" r:id="rId6"/>
    <p:sldId id="595" r:id="rId7"/>
    <p:sldId id="596" r:id="rId8"/>
    <p:sldId id="597" r:id="rId9"/>
    <p:sldId id="598" r:id="rId10"/>
    <p:sldId id="599" r:id="rId11"/>
    <p:sldId id="600" r:id="rId12"/>
    <p:sldId id="593" r:id="rId13"/>
    <p:sldId id="590" r:id="rId14"/>
    <p:sldId id="587" r:id="rId15"/>
    <p:sldId id="588" r:id="rId16"/>
    <p:sldId id="589" r:id="rId17"/>
    <p:sldId id="601" r:id="rId18"/>
  </p:sldIdLst>
  <p:sldSz cx="12192000" cy="6858000"/>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U, JUNLIN" initials="OJ" lastIdx="1" clrIdx="0">
    <p:extLst>
      <p:ext uri="{19B8F6BF-5375-455C-9EA6-DF929625EA0E}">
        <p15:presenceInfo xmlns:p15="http://schemas.microsoft.com/office/powerpoint/2012/main" userId="S::OUJ@email.sc.edu::c06d58a2-1d20-4fed-b248-0da1686416c7" providerId="AD"/>
      </p:ext>
    </p:extLst>
  </p:cmAuthor>
  <p:cmAuthor id="2" name="WANG, YI" initials="WY" lastIdx="7" clrIdx="1">
    <p:extLst>
      <p:ext uri="{19B8F6BF-5375-455C-9EA6-DF929625EA0E}">
        <p15:presenceInfo xmlns:p15="http://schemas.microsoft.com/office/powerpoint/2012/main" userId="WANG, Y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000A"/>
    <a:srgbClr val="FF3300"/>
    <a:srgbClr val="FF66FF"/>
    <a:srgbClr val="FFFF66"/>
    <a:srgbClr val="FF6600"/>
    <a:srgbClr val="0033CC"/>
    <a:srgbClr val="FFFF99"/>
    <a:srgbClr val="FFFFCC"/>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B3A026-410A-4007-B828-9F7FF672EEB1}" v="55" dt="2026-10-22T19:08:54.9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senant, Jacob" userId="a4a55c47-34cd-4b98-ad1a-13907efc6051" providerId="ADAL" clId="{B73C1743-E0AE-4470-BF91-847020C122BC}"/>
    <pc:docChg chg="custSel delSld modSld sldOrd">
      <pc:chgData name="Whisenant, Jacob" userId="a4a55c47-34cd-4b98-ad1a-13907efc6051" providerId="ADAL" clId="{B73C1743-E0AE-4470-BF91-847020C122BC}" dt="2026-10-22T19:08:54.917" v="525" actId="5793"/>
      <pc:docMkLst>
        <pc:docMk/>
      </pc:docMkLst>
      <pc:sldChg chg="addSp modSp mod">
        <pc:chgData name="Whisenant, Jacob" userId="a4a55c47-34cd-4b98-ad1a-13907efc6051" providerId="ADAL" clId="{B73C1743-E0AE-4470-BF91-847020C122BC}" dt="2026-10-08T19:22:16.445" v="332" actId="20577"/>
        <pc:sldMkLst>
          <pc:docMk/>
          <pc:sldMk cId="1186069932" sldId="582"/>
        </pc:sldMkLst>
        <pc:spChg chg="mod">
          <ac:chgData name="Whisenant, Jacob" userId="a4a55c47-34cd-4b98-ad1a-13907efc6051" providerId="ADAL" clId="{B73C1743-E0AE-4470-BF91-847020C122BC}" dt="2026-10-08T19:21:52.492" v="324" actId="404"/>
          <ac:spMkLst>
            <pc:docMk/>
            <pc:sldMk cId="1186069932" sldId="582"/>
            <ac:spMk id="4" creationId="{DC860DD2-6DFB-E7F7-6693-F8999F695690}"/>
          </ac:spMkLst>
        </pc:spChg>
        <pc:spChg chg="mod">
          <ac:chgData name="Whisenant, Jacob" userId="a4a55c47-34cd-4b98-ad1a-13907efc6051" providerId="ADAL" clId="{B73C1743-E0AE-4470-BF91-847020C122BC}" dt="2026-10-08T19:22:16.445" v="332" actId="20577"/>
          <ac:spMkLst>
            <pc:docMk/>
            <pc:sldMk cId="1186069932" sldId="582"/>
            <ac:spMk id="13" creationId="{E29EB5D1-0417-8A8F-3201-37C5D10B97D1}"/>
          </ac:spMkLst>
        </pc:spChg>
        <pc:picChg chg="mod">
          <ac:chgData name="Whisenant, Jacob" userId="a4a55c47-34cd-4b98-ad1a-13907efc6051" providerId="ADAL" clId="{B73C1743-E0AE-4470-BF91-847020C122BC}" dt="2026-10-08T19:22:00.044" v="326" actId="1076"/>
          <ac:picMkLst>
            <pc:docMk/>
            <pc:sldMk cId="1186069932" sldId="582"/>
            <ac:picMk id="6" creationId="{A281A4D4-00A7-306D-DCDB-15492B520327}"/>
          </ac:picMkLst>
        </pc:picChg>
        <pc:picChg chg="add mod">
          <ac:chgData name="Whisenant, Jacob" userId="a4a55c47-34cd-4b98-ad1a-13907efc6051" providerId="ADAL" clId="{B73C1743-E0AE-4470-BF91-847020C122BC}" dt="2026-10-08T19:21:43.836" v="322" actId="14100"/>
          <ac:picMkLst>
            <pc:docMk/>
            <pc:sldMk cId="1186069932" sldId="582"/>
            <ac:picMk id="7" creationId="{56833789-1572-83EA-9527-2A5F77388892}"/>
          </ac:picMkLst>
        </pc:picChg>
        <pc:picChg chg="mod">
          <ac:chgData name="Whisenant, Jacob" userId="a4a55c47-34cd-4b98-ad1a-13907efc6051" providerId="ADAL" clId="{B73C1743-E0AE-4470-BF91-847020C122BC}" dt="2026-10-08T19:22:03.239" v="327" actId="1076"/>
          <ac:picMkLst>
            <pc:docMk/>
            <pc:sldMk cId="1186069932" sldId="582"/>
            <ac:picMk id="11" creationId="{70F990D6-4F0B-C7EE-E56A-C7A478710139}"/>
          </ac:picMkLst>
        </pc:picChg>
      </pc:sldChg>
      <pc:sldChg chg="addSp modSp mod ord">
        <pc:chgData name="Whisenant, Jacob" userId="a4a55c47-34cd-4b98-ad1a-13907efc6051" providerId="ADAL" clId="{B73C1743-E0AE-4470-BF91-847020C122BC}" dt="2026-10-08T19:24:55.847" v="346" actId="167"/>
        <pc:sldMkLst>
          <pc:docMk/>
          <pc:sldMk cId="986793983" sldId="586"/>
        </pc:sldMkLst>
        <pc:spChg chg="mod">
          <ac:chgData name="Whisenant, Jacob" userId="a4a55c47-34cd-4b98-ad1a-13907efc6051" providerId="ADAL" clId="{B73C1743-E0AE-4470-BF91-847020C122BC}" dt="2026-10-08T19:24:44.513" v="343" actId="1076"/>
          <ac:spMkLst>
            <pc:docMk/>
            <pc:sldMk cId="986793983" sldId="586"/>
            <ac:spMk id="4" creationId="{249F9B93-8FA7-6B82-981F-80ABDB897D5C}"/>
          </ac:spMkLst>
        </pc:spChg>
        <pc:picChg chg="mod ord modCrop">
          <ac:chgData name="Whisenant, Jacob" userId="a4a55c47-34cd-4b98-ad1a-13907efc6051" providerId="ADAL" clId="{B73C1743-E0AE-4470-BF91-847020C122BC}" dt="2026-10-08T19:24:55.847" v="346" actId="167"/>
          <ac:picMkLst>
            <pc:docMk/>
            <pc:sldMk cId="986793983" sldId="586"/>
            <ac:picMk id="6" creationId="{9CBF7320-7EE5-5ED7-8E3E-5701813E1928}"/>
          </ac:picMkLst>
        </pc:picChg>
        <pc:picChg chg="add mod modCrop">
          <ac:chgData name="Whisenant, Jacob" userId="a4a55c47-34cd-4b98-ad1a-13907efc6051" providerId="ADAL" clId="{B73C1743-E0AE-4470-BF91-847020C122BC}" dt="2026-10-08T19:24:40.651" v="342" actId="1076"/>
          <ac:picMkLst>
            <pc:docMk/>
            <pc:sldMk cId="986793983" sldId="586"/>
            <ac:picMk id="8" creationId="{DD71B8FB-3BE0-D304-6775-E06995A7E81E}"/>
          </ac:picMkLst>
        </pc:picChg>
      </pc:sldChg>
      <pc:sldChg chg="addSp modSp mod">
        <pc:chgData name="Whisenant, Jacob" userId="a4a55c47-34cd-4b98-ad1a-13907efc6051" providerId="ADAL" clId="{B73C1743-E0AE-4470-BF91-847020C122BC}" dt="2026-10-22T18:59:23.540" v="520" actId="20577"/>
        <pc:sldMkLst>
          <pc:docMk/>
          <pc:sldMk cId="774560862" sldId="587"/>
        </pc:sldMkLst>
        <pc:spChg chg="mod">
          <ac:chgData name="Whisenant, Jacob" userId="a4a55c47-34cd-4b98-ad1a-13907efc6051" providerId="ADAL" clId="{B73C1743-E0AE-4470-BF91-847020C122BC}" dt="2026-10-22T18:59:23.540" v="520" actId="20577"/>
          <ac:spMkLst>
            <pc:docMk/>
            <pc:sldMk cId="774560862" sldId="587"/>
            <ac:spMk id="4" creationId="{03726A6C-759B-DF19-228C-04B733C497AB}"/>
          </ac:spMkLst>
        </pc:spChg>
        <pc:picChg chg="add mod ord modCrop">
          <ac:chgData name="Whisenant, Jacob" userId="a4a55c47-34cd-4b98-ad1a-13907efc6051" providerId="ADAL" clId="{B73C1743-E0AE-4470-BF91-847020C122BC}" dt="2026-10-08T19:49:08.970" v="458" actId="732"/>
          <ac:picMkLst>
            <pc:docMk/>
            <pc:sldMk cId="774560862" sldId="587"/>
            <ac:picMk id="6" creationId="{B2E829FD-B7DC-524F-9B8A-A929FF30969E}"/>
          </ac:picMkLst>
        </pc:picChg>
      </pc:sldChg>
      <pc:sldChg chg="modSp mod">
        <pc:chgData name="Whisenant, Jacob" userId="a4a55c47-34cd-4b98-ad1a-13907efc6051" providerId="ADAL" clId="{B73C1743-E0AE-4470-BF91-847020C122BC}" dt="2026-10-22T18:53:57.221" v="477" actId="20577"/>
        <pc:sldMkLst>
          <pc:docMk/>
          <pc:sldMk cId="1587376114" sldId="588"/>
        </pc:sldMkLst>
        <pc:spChg chg="mod">
          <ac:chgData name="Whisenant, Jacob" userId="a4a55c47-34cd-4b98-ad1a-13907efc6051" providerId="ADAL" clId="{B73C1743-E0AE-4470-BF91-847020C122BC}" dt="2026-10-22T18:53:57.221" v="477" actId="20577"/>
          <ac:spMkLst>
            <pc:docMk/>
            <pc:sldMk cId="1587376114" sldId="588"/>
            <ac:spMk id="4" creationId="{389DC9F3-6BB5-7E0B-6453-551DB7D9461C}"/>
          </ac:spMkLst>
        </pc:spChg>
      </pc:sldChg>
      <pc:sldChg chg="modSp mod">
        <pc:chgData name="Whisenant, Jacob" userId="a4a55c47-34cd-4b98-ad1a-13907efc6051" providerId="ADAL" clId="{B73C1743-E0AE-4470-BF91-847020C122BC}" dt="2026-10-08T19:49:54.552" v="467" actId="1076"/>
        <pc:sldMkLst>
          <pc:docMk/>
          <pc:sldMk cId="921213649" sldId="589"/>
        </pc:sldMkLst>
        <pc:spChg chg="mod">
          <ac:chgData name="Whisenant, Jacob" userId="a4a55c47-34cd-4b98-ad1a-13907efc6051" providerId="ADAL" clId="{B73C1743-E0AE-4470-BF91-847020C122BC}" dt="2026-10-08T19:49:54.552" v="467" actId="1076"/>
          <ac:spMkLst>
            <pc:docMk/>
            <pc:sldMk cId="921213649" sldId="589"/>
            <ac:spMk id="4" creationId="{B7667B51-FD1E-867F-046E-3081CEDB57EB}"/>
          </ac:spMkLst>
        </pc:spChg>
        <pc:picChg chg="mod ord">
          <ac:chgData name="Whisenant, Jacob" userId="a4a55c47-34cd-4b98-ad1a-13907efc6051" providerId="ADAL" clId="{B73C1743-E0AE-4470-BF91-847020C122BC}" dt="2026-10-08T19:49:49.855" v="466" actId="167"/>
          <ac:picMkLst>
            <pc:docMk/>
            <pc:sldMk cId="921213649" sldId="589"/>
            <ac:picMk id="6" creationId="{58AB14F7-2B39-D635-ACA1-12274AC8619F}"/>
          </ac:picMkLst>
        </pc:picChg>
      </pc:sldChg>
      <pc:sldChg chg="modSp mod">
        <pc:chgData name="Whisenant, Jacob" userId="a4a55c47-34cd-4b98-ad1a-13907efc6051" providerId="ADAL" clId="{B73C1743-E0AE-4470-BF91-847020C122BC}" dt="2026-10-08T19:15:29.051" v="120" actId="20577"/>
        <pc:sldMkLst>
          <pc:docMk/>
          <pc:sldMk cId="1696076565" sldId="590"/>
        </pc:sldMkLst>
        <pc:spChg chg="mod">
          <ac:chgData name="Whisenant, Jacob" userId="a4a55c47-34cd-4b98-ad1a-13907efc6051" providerId="ADAL" clId="{B73C1743-E0AE-4470-BF91-847020C122BC}" dt="2026-10-08T19:15:29.051" v="120" actId="20577"/>
          <ac:spMkLst>
            <pc:docMk/>
            <pc:sldMk cId="1696076565" sldId="590"/>
            <ac:spMk id="4" creationId="{FA643AD8-EDDD-7378-0965-1DDF6111BE83}"/>
          </ac:spMkLst>
        </pc:spChg>
      </pc:sldChg>
      <pc:sldChg chg="modSp mod">
        <pc:chgData name="Whisenant, Jacob" userId="a4a55c47-34cd-4b98-ad1a-13907efc6051" providerId="ADAL" clId="{B73C1743-E0AE-4470-BF91-847020C122BC}" dt="2026-10-22T19:07:14.755" v="523" actId="20577"/>
        <pc:sldMkLst>
          <pc:docMk/>
          <pc:sldMk cId="667791504" sldId="595"/>
        </pc:sldMkLst>
        <pc:spChg chg="mod">
          <ac:chgData name="Whisenant, Jacob" userId="a4a55c47-34cd-4b98-ad1a-13907efc6051" providerId="ADAL" clId="{B73C1743-E0AE-4470-BF91-847020C122BC}" dt="2026-10-08T19:25:40.135" v="347" actId="1076"/>
          <ac:spMkLst>
            <pc:docMk/>
            <pc:sldMk cId="667791504" sldId="595"/>
            <ac:spMk id="7" creationId="{CF617147-F7E1-5070-3FE8-A387E6734859}"/>
          </ac:spMkLst>
        </pc:spChg>
        <pc:spChg chg="mod">
          <ac:chgData name="Whisenant, Jacob" userId="a4a55c47-34cd-4b98-ad1a-13907efc6051" providerId="ADAL" clId="{B73C1743-E0AE-4470-BF91-847020C122BC}" dt="2026-10-22T19:07:14.755" v="523" actId="20577"/>
          <ac:spMkLst>
            <pc:docMk/>
            <pc:sldMk cId="667791504" sldId="595"/>
            <ac:spMk id="14" creationId="{B91F9312-4072-F899-AAEC-D34EC1A4C3CD}"/>
          </ac:spMkLst>
        </pc:spChg>
      </pc:sldChg>
      <pc:sldChg chg="modSp mod">
        <pc:chgData name="Whisenant, Jacob" userId="a4a55c47-34cd-4b98-ad1a-13907efc6051" providerId="ADAL" clId="{B73C1743-E0AE-4470-BF91-847020C122BC}" dt="2026-10-08T19:11:48.707" v="111" actId="20577"/>
        <pc:sldMkLst>
          <pc:docMk/>
          <pc:sldMk cId="170858227" sldId="596"/>
        </pc:sldMkLst>
        <pc:spChg chg="mod">
          <ac:chgData name="Whisenant, Jacob" userId="a4a55c47-34cd-4b98-ad1a-13907efc6051" providerId="ADAL" clId="{B73C1743-E0AE-4470-BF91-847020C122BC}" dt="2026-10-08T19:11:48.707" v="111" actId="20577"/>
          <ac:spMkLst>
            <pc:docMk/>
            <pc:sldMk cId="170858227" sldId="596"/>
            <ac:spMk id="20" creationId="{75F6F819-6965-6EAF-F90B-2EA8D550905E}"/>
          </ac:spMkLst>
        </pc:spChg>
      </pc:sldChg>
      <pc:sldChg chg="modSp mod">
        <pc:chgData name="Whisenant, Jacob" userId="a4a55c47-34cd-4b98-ad1a-13907efc6051" providerId="ADAL" clId="{B73C1743-E0AE-4470-BF91-847020C122BC}" dt="2026-10-08T19:12:43.674" v="112" actId="20577"/>
        <pc:sldMkLst>
          <pc:docMk/>
          <pc:sldMk cId="4003417217" sldId="597"/>
        </pc:sldMkLst>
        <pc:spChg chg="mod">
          <ac:chgData name="Whisenant, Jacob" userId="a4a55c47-34cd-4b98-ad1a-13907efc6051" providerId="ADAL" clId="{B73C1743-E0AE-4470-BF91-847020C122BC}" dt="2026-10-08T19:12:43.674" v="112" actId="20577"/>
          <ac:spMkLst>
            <pc:docMk/>
            <pc:sldMk cId="4003417217" sldId="597"/>
            <ac:spMk id="12" creationId="{6FE938AB-06BF-70FD-56AF-BF4FDDADEA30}"/>
          </ac:spMkLst>
        </pc:spChg>
      </pc:sldChg>
      <pc:sldChg chg="mod modShow">
        <pc:chgData name="Whisenant, Jacob" userId="a4a55c47-34cd-4b98-ad1a-13907efc6051" providerId="ADAL" clId="{B73C1743-E0AE-4470-BF91-847020C122BC}" dt="2026-10-22T18:57:15.115" v="478" actId="729"/>
        <pc:sldMkLst>
          <pc:docMk/>
          <pc:sldMk cId="2369834187" sldId="598"/>
        </pc:sldMkLst>
      </pc:sldChg>
      <pc:sldChg chg="modSp mod">
        <pc:chgData name="Whisenant, Jacob" userId="a4a55c47-34cd-4b98-ad1a-13907efc6051" providerId="ADAL" clId="{B73C1743-E0AE-4470-BF91-847020C122BC}" dt="2026-10-22T19:08:54.917" v="525" actId="5793"/>
        <pc:sldMkLst>
          <pc:docMk/>
          <pc:sldMk cId="2988219480" sldId="599"/>
        </pc:sldMkLst>
        <pc:spChg chg="mod">
          <ac:chgData name="Whisenant, Jacob" userId="a4a55c47-34cd-4b98-ad1a-13907efc6051" providerId="ADAL" clId="{B73C1743-E0AE-4470-BF91-847020C122BC}" dt="2026-10-22T19:08:54.917" v="525" actId="5793"/>
          <ac:spMkLst>
            <pc:docMk/>
            <pc:sldMk cId="2988219480" sldId="599"/>
            <ac:spMk id="7" creationId="{EE94DF1A-5463-DB84-ACD9-B740E70CB4D2}"/>
          </ac:spMkLst>
        </pc:spChg>
      </pc:sldChg>
      <pc:sldChg chg="modSp mod">
        <pc:chgData name="Whisenant, Jacob" userId="a4a55c47-34cd-4b98-ad1a-13907efc6051" providerId="ADAL" clId="{B73C1743-E0AE-4470-BF91-847020C122BC}" dt="2026-10-08T19:56:45.652" v="470" actId="14100"/>
        <pc:sldMkLst>
          <pc:docMk/>
          <pc:sldMk cId="893862279" sldId="601"/>
        </pc:sldMkLst>
        <pc:spChg chg="mod">
          <ac:chgData name="Whisenant, Jacob" userId="a4a55c47-34cd-4b98-ad1a-13907efc6051" providerId="ADAL" clId="{B73C1743-E0AE-4470-BF91-847020C122BC}" dt="2026-10-08T19:50:03.573" v="468" actId="1076"/>
          <ac:spMkLst>
            <pc:docMk/>
            <pc:sldMk cId="893862279" sldId="601"/>
            <ac:spMk id="4" creationId="{7E5C2CA0-D3B1-6B68-BA5B-FDF687F8ED2B}"/>
          </ac:spMkLst>
        </pc:spChg>
        <pc:picChg chg="mod">
          <ac:chgData name="Whisenant, Jacob" userId="a4a55c47-34cd-4b98-ad1a-13907efc6051" providerId="ADAL" clId="{B73C1743-E0AE-4470-BF91-847020C122BC}" dt="2026-10-08T19:56:45.652" v="470" actId="14100"/>
          <ac:picMkLst>
            <pc:docMk/>
            <pc:sldMk cId="893862279" sldId="601"/>
            <ac:picMk id="6" creationId="{ADDCB142-0A65-1233-A30C-F93614EC74C0}"/>
          </ac:picMkLst>
        </pc:picChg>
      </pc:sldChg>
    </pc:docChg>
  </pc:docChgLst>
  <pc:docChgLst>
    <pc:chgData name="Whisenant, Jacob" userId="a4a55c47-34cd-4b98-ad1a-13907efc6051" providerId="ADAL" clId="{3E428202-D9CF-43A6-AFBA-4C6CC466B863}"/>
    <pc:docChg chg="undo custSel addSld delSld modSld sldOrd delMainMaster">
      <pc:chgData name="Whisenant, Jacob" userId="a4a55c47-34cd-4b98-ad1a-13907efc6051" providerId="ADAL" clId="{3E428202-D9CF-43A6-AFBA-4C6CC466B863}" dt="2026-10-08T18:48:12.531" v="6701" actId="1076"/>
      <pc:docMkLst>
        <pc:docMk/>
      </pc:docMkLst>
      <pc:sldChg chg="mod modShow">
        <pc:chgData name="Whisenant, Jacob" userId="a4a55c47-34cd-4b98-ad1a-13907efc6051" providerId="ADAL" clId="{3E428202-D9CF-43A6-AFBA-4C6CC466B863}" dt="2026-10-07T20:36:21.320" v="1645" actId="34476"/>
        <pc:sldMkLst>
          <pc:docMk/>
          <pc:sldMk cId="1186069932" sldId="582"/>
        </pc:sldMkLst>
      </pc:sldChg>
      <pc:sldChg chg="modSp del mod modShow">
        <pc:chgData name="Whisenant, Jacob" userId="a4a55c47-34cd-4b98-ad1a-13907efc6051" providerId="ADAL" clId="{3E428202-D9CF-43A6-AFBA-4C6CC466B863}" dt="2026-10-07T20:42:06.450" v="1661" actId="47"/>
        <pc:sldMkLst>
          <pc:docMk/>
          <pc:sldMk cId="3325664814" sldId="583"/>
        </pc:sldMkLst>
      </pc:sldChg>
      <pc:sldChg chg="delSp modSp mod">
        <pc:chgData name="Whisenant, Jacob" userId="a4a55c47-34cd-4b98-ad1a-13907efc6051" providerId="ADAL" clId="{3E428202-D9CF-43A6-AFBA-4C6CC466B863}" dt="2026-10-05T19:04:08.594" v="32" actId="1076"/>
        <pc:sldMkLst>
          <pc:docMk/>
          <pc:sldMk cId="1659234710" sldId="584"/>
        </pc:sldMkLst>
        <pc:spChg chg="mod">
          <ac:chgData name="Whisenant, Jacob" userId="a4a55c47-34cd-4b98-ad1a-13907efc6051" providerId="ADAL" clId="{3E428202-D9CF-43A6-AFBA-4C6CC466B863}" dt="2026-10-05T19:04:02.993" v="30" actId="1076"/>
          <ac:spMkLst>
            <pc:docMk/>
            <pc:sldMk cId="1659234710" sldId="584"/>
            <ac:spMk id="5" creationId="{56D0EE29-6F82-A52C-E792-9373151D5A2E}"/>
          </ac:spMkLst>
        </pc:spChg>
        <pc:spChg chg="mod">
          <ac:chgData name="Whisenant, Jacob" userId="a4a55c47-34cd-4b98-ad1a-13907efc6051" providerId="ADAL" clId="{3E428202-D9CF-43A6-AFBA-4C6CC466B863}" dt="2026-10-05T19:04:08.594" v="32" actId="1076"/>
          <ac:spMkLst>
            <pc:docMk/>
            <pc:sldMk cId="1659234710" sldId="584"/>
            <ac:spMk id="10" creationId="{6EC1FB51-0EBD-AFBB-2D08-850AD20B5687}"/>
          </ac:spMkLst>
        </pc:spChg>
      </pc:sldChg>
      <pc:sldChg chg="modSp add mod ord modShow">
        <pc:chgData name="Whisenant, Jacob" userId="a4a55c47-34cd-4b98-ad1a-13907efc6051" providerId="ADAL" clId="{3E428202-D9CF-43A6-AFBA-4C6CC466B863}" dt="2026-10-07T20:52:04.664" v="1671" actId="2085"/>
        <pc:sldMkLst>
          <pc:docMk/>
          <pc:sldMk cId="3245200148" sldId="585"/>
        </pc:sldMkLst>
        <pc:spChg chg="mod">
          <ac:chgData name="Whisenant, Jacob" userId="a4a55c47-34cd-4b98-ad1a-13907efc6051" providerId="ADAL" clId="{3E428202-D9CF-43A6-AFBA-4C6CC466B863}" dt="2026-10-07T20:51:56.729" v="1670" actId="20577"/>
          <ac:spMkLst>
            <pc:docMk/>
            <pc:sldMk cId="3245200148" sldId="585"/>
            <ac:spMk id="2" creationId="{BA2A8C47-3D58-4CB3-C591-6A458DE2D931}"/>
          </ac:spMkLst>
        </pc:spChg>
        <pc:picChg chg="mod">
          <ac:chgData name="Whisenant, Jacob" userId="a4a55c47-34cd-4b98-ad1a-13907efc6051" providerId="ADAL" clId="{3E428202-D9CF-43A6-AFBA-4C6CC466B863}" dt="2026-10-07T20:52:04.664" v="1671" actId="2085"/>
          <ac:picMkLst>
            <pc:docMk/>
            <pc:sldMk cId="3245200148" sldId="585"/>
            <ac:picMk id="8" creationId="{23317ED1-24BF-02D8-3C8A-31F5FE6A3197}"/>
          </ac:picMkLst>
        </pc:picChg>
      </pc:sldChg>
      <pc:sldChg chg="addSp modSp new mod ord">
        <pc:chgData name="Whisenant, Jacob" userId="a4a55c47-34cd-4b98-ad1a-13907efc6051" providerId="ADAL" clId="{3E428202-D9CF-43A6-AFBA-4C6CC466B863}" dt="2026-10-08T00:07:15.413" v="5691"/>
        <pc:sldMkLst>
          <pc:docMk/>
          <pc:sldMk cId="986793983" sldId="586"/>
        </pc:sldMkLst>
        <pc:spChg chg="mod">
          <ac:chgData name="Whisenant, Jacob" userId="a4a55c47-34cd-4b98-ad1a-13907efc6051" providerId="ADAL" clId="{3E428202-D9CF-43A6-AFBA-4C6CC466B863}" dt="2026-10-05T20:49:14.189" v="216" actId="20577"/>
          <ac:spMkLst>
            <pc:docMk/>
            <pc:sldMk cId="986793983" sldId="586"/>
            <ac:spMk id="2" creationId="{47E84611-1B6A-9461-C709-07C47548B0FF}"/>
          </ac:spMkLst>
        </pc:spChg>
        <pc:spChg chg="mod">
          <ac:chgData name="Whisenant, Jacob" userId="a4a55c47-34cd-4b98-ad1a-13907efc6051" providerId="ADAL" clId="{3E428202-D9CF-43A6-AFBA-4C6CC466B863}" dt="2026-10-08T00:07:04.046" v="5689" actId="14100"/>
          <ac:spMkLst>
            <pc:docMk/>
            <pc:sldMk cId="986793983" sldId="586"/>
            <ac:spMk id="4" creationId="{249F9B93-8FA7-6B82-981F-80ABDB897D5C}"/>
          </ac:spMkLst>
        </pc:spChg>
        <pc:spChg chg="add mod">
          <ac:chgData name="Whisenant, Jacob" userId="a4a55c47-34cd-4b98-ad1a-13907efc6051" providerId="ADAL" clId="{3E428202-D9CF-43A6-AFBA-4C6CC466B863}" dt="2026-10-08T00:06:53.867" v="5687" actId="208"/>
          <ac:spMkLst>
            <pc:docMk/>
            <pc:sldMk cId="986793983" sldId="586"/>
            <ac:spMk id="7" creationId="{AE6DE9EE-377D-7C8D-481C-E124A8BE52F6}"/>
          </ac:spMkLst>
        </pc:spChg>
        <pc:picChg chg="add mod modCrop">
          <ac:chgData name="Whisenant, Jacob" userId="a4a55c47-34cd-4b98-ad1a-13907efc6051" providerId="ADAL" clId="{3E428202-D9CF-43A6-AFBA-4C6CC466B863}" dt="2026-10-08T00:06:40.649" v="5683" actId="1076"/>
          <ac:picMkLst>
            <pc:docMk/>
            <pc:sldMk cId="986793983" sldId="586"/>
            <ac:picMk id="6" creationId="{9CBF7320-7EE5-5ED7-8E3E-5701813E1928}"/>
          </ac:picMkLst>
        </pc:picChg>
      </pc:sldChg>
      <pc:sldChg chg="modSp add mod">
        <pc:chgData name="Whisenant, Jacob" userId="a4a55c47-34cd-4b98-ad1a-13907efc6051" providerId="ADAL" clId="{3E428202-D9CF-43A6-AFBA-4C6CC466B863}" dt="2026-10-08T18:41:57.876" v="6299" actId="14100"/>
        <pc:sldMkLst>
          <pc:docMk/>
          <pc:sldMk cId="774560862" sldId="587"/>
        </pc:sldMkLst>
        <pc:spChg chg="mod">
          <ac:chgData name="Whisenant, Jacob" userId="a4a55c47-34cd-4b98-ad1a-13907efc6051" providerId="ADAL" clId="{3E428202-D9CF-43A6-AFBA-4C6CC466B863}" dt="2026-10-05T19:44:55.145" v="91" actId="20577"/>
          <ac:spMkLst>
            <pc:docMk/>
            <pc:sldMk cId="774560862" sldId="587"/>
            <ac:spMk id="2" creationId="{F78DCE03-B0C4-547E-45EB-2FA28A377D0C}"/>
          </ac:spMkLst>
        </pc:spChg>
        <pc:spChg chg="mod">
          <ac:chgData name="Whisenant, Jacob" userId="a4a55c47-34cd-4b98-ad1a-13907efc6051" providerId="ADAL" clId="{3E428202-D9CF-43A6-AFBA-4C6CC466B863}" dt="2026-10-08T18:41:57.876" v="6299" actId="14100"/>
          <ac:spMkLst>
            <pc:docMk/>
            <pc:sldMk cId="774560862" sldId="587"/>
            <ac:spMk id="4" creationId="{03726A6C-759B-DF19-228C-04B733C497AB}"/>
          </ac:spMkLst>
        </pc:spChg>
      </pc:sldChg>
      <pc:sldChg chg="modSp add mod">
        <pc:chgData name="Whisenant, Jacob" userId="a4a55c47-34cd-4b98-ad1a-13907efc6051" providerId="ADAL" clId="{3E428202-D9CF-43A6-AFBA-4C6CC466B863}" dt="2026-10-08T18:10:16.570" v="6153" actId="20577"/>
        <pc:sldMkLst>
          <pc:docMk/>
          <pc:sldMk cId="1587376114" sldId="588"/>
        </pc:sldMkLst>
        <pc:spChg chg="mod">
          <ac:chgData name="Whisenant, Jacob" userId="a4a55c47-34cd-4b98-ad1a-13907efc6051" providerId="ADAL" clId="{3E428202-D9CF-43A6-AFBA-4C6CC466B863}" dt="2026-10-05T19:45:59.350" v="122" actId="20577"/>
          <ac:spMkLst>
            <pc:docMk/>
            <pc:sldMk cId="1587376114" sldId="588"/>
            <ac:spMk id="2" creationId="{E388F250-87D7-44B7-B2E4-9D8915602A64}"/>
          </ac:spMkLst>
        </pc:spChg>
        <pc:spChg chg="mod">
          <ac:chgData name="Whisenant, Jacob" userId="a4a55c47-34cd-4b98-ad1a-13907efc6051" providerId="ADAL" clId="{3E428202-D9CF-43A6-AFBA-4C6CC466B863}" dt="2026-10-08T18:10:16.570" v="6153" actId="20577"/>
          <ac:spMkLst>
            <pc:docMk/>
            <pc:sldMk cId="1587376114" sldId="588"/>
            <ac:spMk id="4" creationId="{389DC9F3-6BB5-7E0B-6453-551DB7D9461C}"/>
          </ac:spMkLst>
        </pc:spChg>
      </pc:sldChg>
      <pc:sldChg chg="addSp modSp add mod">
        <pc:chgData name="Whisenant, Jacob" userId="a4a55c47-34cd-4b98-ad1a-13907efc6051" providerId="ADAL" clId="{3E428202-D9CF-43A6-AFBA-4C6CC466B863}" dt="2026-10-08T18:41:24.716" v="6298" actId="20577"/>
        <pc:sldMkLst>
          <pc:docMk/>
          <pc:sldMk cId="921213649" sldId="589"/>
        </pc:sldMkLst>
        <pc:spChg chg="mod">
          <ac:chgData name="Whisenant, Jacob" userId="a4a55c47-34cd-4b98-ad1a-13907efc6051" providerId="ADAL" clId="{3E428202-D9CF-43A6-AFBA-4C6CC466B863}" dt="2026-10-08T18:34:00.189" v="6218" actId="20577"/>
          <ac:spMkLst>
            <pc:docMk/>
            <pc:sldMk cId="921213649" sldId="589"/>
            <ac:spMk id="2" creationId="{C46E8F9F-679D-D40F-3C50-886A1521E4A4}"/>
          </ac:spMkLst>
        </pc:spChg>
        <pc:spChg chg="mod">
          <ac:chgData name="Whisenant, Jacob" userId="a4a55c47-34cd-4b98-ad1a-13907efc6051" providerId="ADAL" clId="{3E428202-D9CF-43A6-AFBA-4C6CC466B863}" dt="2026-10-08T18:41:24.716" v="6298" actId="20577"/>
          <ac:spMkLst>
            <pc:docMk/>
            <pc:sldMk cId="921213649" sldId="589"/>
            <ac:spMk id="4" creationId="{B7667B51-FD1E-867F-046E-3081CEDB57EB}"/>
          </ac:spMkLst>
        </pc:spChg>
        <pc:picChg chg="add">
          <ac:chgData name="Whisenant, Jacob" userId="a4a55c47-34cd-4b98-ad1a-13907efc6051" providerId="ADAL" clId="{3E428202-D9CF-43A6-AFBA-4C6CC466B863}" dt="2026-10-08T18:36:16.594" v="6281" actId="22"/>
          <ac:picMkLst>
            <pc:docMk/>
            <pc:sldMk cId="921213649" sldId="589"/>
            <ac:picMk id="6" creationId="{58AB14F7-2B39-D635-ACA1-12274AC8619F}"/>
          </ac:picMkLst>
        </pc:picChg>
      </pc:sldChg>
      <pc:sldChg chg="addSp modSp add mod">
        <pc:chgData name="Whisenant, Jacob" userId="a4a55c47-34cd-4b98-ad1a-13907efc6051" providerId="ADAL" clId="{3E428202-D9CF-43A6-AFBA-4C6CC466B863}" dt="2026-10-08T18:42:35.007" v="6306" actId="1076"/>
        <pc:sldMkLst>
          <pc:docMk/>
          <pc:sldMk cId="1696076565" sldId="590"/>
        </pc:sldMkLst>
        <pc:spChg chg="mod">
          <ac:chgData name="Whisenant, Jacob" userId="a4a55c47-34cd-4b98-ad1a-13907efc6051" providerId="ADAL" clId="{3E428202-D9CF-43A6-AFBA-4C6CC466B863}" dt="2026-10-05T20:53:24.317" v="658" actId="20577"/>
          <ac:spMkLst>
            <pc:docMk/>
            <pc:sldMk cId="1696076565" sldId="590"/>
            <ac:spMk id="2" creationId="{01A34C54-E6E0-EB50-72F4-18550D47BD5F}"/>
          </ac:spMkLst>
        </pc:spChg>
        <pc:spChg chg="mod">
          <ac:chgData name="Whisenant, Jacob" userId="a4a55c47-34cd-4b98-ad1a-13907efc6051" providerId="ADAL" clId="{3E428202-D9CF-43A6-AFBA-4C6CC466B863}" dt="2026-10-08T18:42:30.926" v="6305" actId="20577"/>
          <ac:spMkLst>
            <pc:docMk/>
            <pc:sldMk cId="1696076565" sldId="590"/>
            <ac:spMk id="4" creationId="{FA643AD8-EDDD-7378-0965-1DDF6111BE83}"/>
          </ac:spMkLst>
        </pc:spChg>
        <pc:spChg chg="add mod">
          <ac:chgData name="Whisenant, Jacob" userId="a4a55c47-34cd-4b98-ad1a-13907efc6051" providerId="ADAL" clId="{3E428202-D9CF-43A6-AFBA-4C6CC466B863}" dt="2026-10-08T00:23:07.314" v="5803" actId="1076"/>
          <ac:spMkLst>
            <pc:docMk/>
            <pc:sldMk cId="1696076565" sldId="590"/>
            <ac:spMk id="9" creationId="{83977B68-0CC9-DD3B-7E93-D388CA712312}"/>
          </ac:spMkLst>
        </pc:spChg>
        <pc:picChg chg="add mod modCrop">
          <ac:chgData name="Whisenant, Jacob" userId="a4a55c47-34cd-4b98-ad1a-13907efc6051" providerId="ADAL" clId="{3E428202-D9CF-43A6-AFBA-4C6CC466B863}" dt="2026-10-08T00:20:20.707" v="5737" actId="14100"/>
          <ac:picMkLst>
            <pc:docMk/>
            <pc:sldMk cId="1696076565" sldId="590"/>
            <ac:picMk id="6" creationId="{F7A73D39-D6F3-BD94-466B-1FC3984AA607}"/>
          </ac:picMkLst>
        </pc:picChg>
        <pc:picChg chg="add mod modCrop">
          <ac:chgData name="Whisenant, Jacob" userId="a4a55c47-34cd-4b98-ad1a-13907efc6051" providerId="ADAL" clId="{3E428202-D9CF-43A6-AFBA-4C6CC466B863}" dt="2026-10-08T18:42:35.007" v="6306" actId="1076"/>
          <ac:picMkLst>
            <pc:docMk/>
            <pc:sldMk cId="1696076565" sldId="590"/>
            <ac:picMk id="8" creationId="{D29965E0-E024-7B34-601E-520B50B6010F}"/>
          </ac:picMkLst>
        </pc:picChg>
      </pc:sldChg>
      <pc:sldChg chg="modSp add del mod">
        <pc:chgData name="Whisenant, Jacob" userId="a4a55c47-34cd-4b98-ad1a-13907efc6051" providerId="ADAL" clId="{3E428202-D9CF-43A6-AFBA-4C6CC466B863}" dt="2026-10-08T00:29:25.191" v="5892" actId="47"/>
        <pc:sldMkLst>
          <pc:docMk/>
          <pc:sldMk cId="2778931203" sldId="591"/>
        </pc:sldMkLst>
        <pc:spChg chg="mod">
          <ac:chgData name="Whisenant, Jacob" userId="a4a55c47-34cd-4b98-ad1a-13907efc6051" providerId="ADAL" clId="{3E428202-D9CF-43A6-AFBA-4C6CC466B863}" dt="2026-10-08T00:29:14.557" v="5891" actId="14100"/>
          <ac:spMkLst>
            <pc:docMk/>
            <pc:sldMk cId="2778931203" sldId="591"/>
            <ac:spMk id="4" creationId="{96D5BADC-7B7D-8AEF-9D46-08E99D21E2D7}"/>
          </ac:spMkLst>
        </pc:spChg>
      </pc:sldChg>
      <pc:sldChg chg="modSp add del mod">
        <pc:chgData name="Whisenant, Jacob" userId="a4a55c47-34cd-4b98-ad1a-13907efc6051" providerId="ADAL" clId="{3E428202-D9CF-43A6-AFBA-4C6CC466B863}" dt="2026-10-08T17:52:59.763" v="5966" actId="47"/>
        <pc:sldMkLst>
          <pc:docMk/>
          <pc:sldMk cId="323762162" sldId="592"/>
        </pc:sldMkLst>
        <pc:spChg chg="mod">
          <ac:chgData name="Whisenant, Jacob" userId="a4a55c47-34cd-4b98-ad1a-13907efc6051" providerId="ADAL" clId="{3E428202-D9CF-43A6-AFBA-4C6CC466B863}" dt="2026-10-08T17:52:45.641" v="5965" actId="20577"/>
          <ac:spMkLst>
            <pc:docMk/>
            <pc:sldMk cId="323762162" sldId="592"/>
            <ac:spMk id="4" creationId="{698FA803-1AC2-ED80-4FD4-86A5FB801077}"/>
          </ac:spMkLst>
        </pc:spChg>
      </pc:sldChg>
      <pc:sldChg chg="addSp delSp modSp add mod">
        <pc:chgData name="Whisenant, Jacob" userId="a4a55c47-34cd-4b98-ad1a-13907efc6051" providerId="ADAL" clId="{3E428202-D9CF-43A6-AFBA-4C6CC466B863}" dt="2026-10-08T00:16:45.130" v="5713" actId="1076"/>
        <pc:sldMkLst>
          <pc:docMk/>
          <pc:sldMk cId="3729601338" sldId="593"/>
        </pc:sldMkLst>
        <pc:spChg chg="mod">
          <ac:chgData name="Whisenant, Jacob" userId="a4a55c47-34cd-4b98-ad1a-13907efc6051" providerId="ADAL" clId="{3E428202-D9CF-43A6-AFBA-4C6CC466B863}" dt="2026-10-07T23:41:25.081" v="4369" actId="20577"/>
          <ac:spMkLst>
            <pc:docMk/>
            <pc:sldMk cId="3729601338" sldId="593"/>
            <ac:spMk id="2" creationId="{4CFFFCB3-1E67-04E0-C4AC-37DE858BF29B}"/>
          </ac:spMkLst>
        </pc:spChg>
        <pc:picChg chg="add del mod">
          <ac:chgData name="Whisenant, Jacob" userId="a4a55c47-34cd-4b98-ad1a-13907efc6051" providerId="ADAL" clId="{3E428202-D9CF-43A6-AFBA-4C6CC466B863}" dt="2026-10-07T23:50:37.670" v="5665" actId="478"/>
          <ac:picMkLst>
            <pc:docMk/>
            <pc:sldMk cId="3729601338" sldId="593"/>
            <ac:picMk id="5" creationId="{EE64C206-95DD-8F65-2990-70065673EB47}"/>
          </ac:picMkLst>
        </pc:picChg>
        <pc:picChg chg="add mod modCrop">
          <ac:chgData name="Whisenant, Jacob" userId="a4a55c47-34cd-4b98-ad1a-13907efc6051" providerId="ADAL" clId="{3E428202-D9CF-43A6-AFBA-4C6CC466B863}" dt="2026-10-08T00:16:45.130" v="5713" actId="1076"/>
          <ac:picMkLst>
            <pc:docMk/>
            <pc:sldMk cId="3729601338" sldId="593"/>
            <ac:picMk id="7" creationId="{E1F8478C-2E62-0B20-C8BE-256602DFA37A}"/>
          </ac:picMkLst>
        </pc:picChg>
        <pc:picChg chg="del">
          <ac:chgData name="Whisenant, Jacob" userId="a4a55c47-34cd-4b98-ad1a-13907efc6051" providerId="ADAL" clId="{3E428202-D9CF-43A6-AFBA-4C6CC466B863}" dt="2026-10-07T20:41:57.440" v="1659" actId="478"/>
          <ac:picMkLst>
            <pc:docMk/>
            <pc:sldMk cId="3729601338" sldId="593"/>
            <ac:picMk id="8" creationId="{BAA943EC-6D70-FDEE-630E-77F6AC1179B1}"/>
          </ac:picMkLst>
        </pc:picChg>
      </pc:sldChg>
      <pc:sldChg chg="addSp delSp modSp add mod">
        <pc:chgData name="Whisenant, Jacob" userId="a4a55c47-34cd-4b98-ad1a-13907efc6051" providerId="ADAL" clId="{3E428202-D9CF-43A6-AFBA-4C6CC466B863}" dt="2026-10-07T21:04:09.032" v="1797" actId="20577"/>
        <pc:sldMkLst>
          <pc:docMk/>
          <pc:sldMk cId="1162118572" sldId="594"/>
        </pc:sldMkLst>
        <pc:spChg chg="mod">
          <ac:chgData name="Whisenant, Jacob" userId="a4a55c47-34cd-4b98-ad1a-13907efc6051" providerId="ADAL" clId="{3E428202-D9CF-43A6-AFBA-4C6CC466B863}" dt="2026-10-07T21:04:09.032" v="1797" actId="20577"/>
          <ac:spMkLst>
            <pc:docMk/>
            <pc:sldMk cId="1162118572" sldId="594"/>
            <ac:spMk id="2" creationId="{A1A4E3CF-7ACD-65B6-B3DF-CD118566D201}"/>
          </ac:spMkLst>
        </pc:spChg>
        <pc:picChg chg="add mod">
          <ac:chgData name="Whisenant, Jacob" userId="a4a55c47-34cd-4b98-ad1a-13907efc6051" providerId="ADAL" clId="{3E428202-D9CF-43A6-AFBA-4C6CC466B863}" dt="2026-10-07T20:59:07.645" v="1690" actId="1076"/>
          <ac:picMkLst>
            <pc:docMk/>
            <pc:sldMk cId="1162118572" sldId="594"/>
            <ac:picMk id="5" creationId="{4CFCC3B9-02C3-05CE-D15A-4F4A84ED65A5}"/>
          </ac:picMkLst>
        </pc:picChg>
        <pc:picChg chg="del">
          <ac:chgData name="Whisenant, Jacob" userId="a4a55c47-34cd-4b98-ad1a-13907efc6051" providerId="ADAL" clId="{3E428202-D9CF-43A6-AFBA-4C6CC466B863}" dt="2026-10-07T20:52:08.718" v="1673" actId="478"/>
          <ac:picMkLst>
            <pc:docMk/>
            <pc:sldMk cId="1162118572" sldId="594"/>
            <ac:picMk id="8" creationId="{8E1008F9-0FC6-7A0D-2235-811C9F479237}"/>
          </ac:picMkLst>
        </pc:picChg>
      </pc:sldChg>
      <pc:sldChg chg="addSp modSp add mod">
        <pc:chgData name="Whisenant, Jacob" userId="a4a55c47-34cd-4b98-ad1a-13907efc6051" providerId="ADAL" clId="{3E428202-D9CF-43A6-AFBA-4C6CC466B863}" dt="2026-10-07T23:28:18.496" v="3310" actId="20577"/>
        <pc:sldMkLst>
          <pc:docMk/>
          <pc:sldMk cId="667791504" sldId="595"/>
        </pc:sldMkLst>
        <pc:spChg chg="mod">
          <ac:chgData name="Whisenant, Jacob" userId="a4a55c47-34cd-4b98-ad1a-13907efc6051" providerId="ADAL" clId="{3E428202-D9CF-43A6-AFBA-4C6CC466B863}" dt="2026-10-07T21:04:19.017" v="1824" actId="20577"/>
          <ac:spMkLst>
            <pc:docMk/>
            <pc:sldMk cId="667791504" sldId="595"/>
            <ac:spMk id="2" creationId="{42A44DA8-5A6B-146C-C232-79806359CD54}"/>
          </ac:spMkLst>
        </pc:spChg>
        <pc:spChg chg="add mod">
          <ac:chgData name="Whisenant, Jacob" userId="a4a55c47-34cd-4b98-ad1a-13907efc6051" providerId="ADAL" clId="{3E428202-D9CF-43A6-AFBA-4C6CC466B863}" dt="2026-10-07T20:59:53.531" v="1700" actId="208"/>
          <ac:spMkLst>
            <pc:docMk/>
            <pc:sldMk cId="667791504" sldId="595"/>
            <ac:spMk id="4" creationId="{6D030D97-966C-8D61-8C72-A14E5C4CA10D}"/>
          </ac:spMkLst>
        </pc:spChg>
        <pc:spChg chg="add mod">
          <ac:chgData name="Whisenant, Jacob" userId="a4a55c47-34cd-4b98-ad1a-13907efc6051" providerId="ADAL" clId="{3E428202-D9CF-43A6-AFBA-4C6CC466B863}" dt="2026-10-07T21:00:04.072" v="1706" actId="14100"/>
          <ac:spMkLst>
            <pc:docMk/>
            <pc:sldMk cId="667791504" sldId="595"/>
            <ac:spMk id="7" creationId="{CF617147-F7E1-5070-3FE8-A387E6734859}"/>
          </ac:spMkLst>
        </pc:spChg>
        <pc:spChg chg="add mod">
          <ac:chgData name="Whisenant, Jacob" userId="a4a55c47-34cd-4b98-ad1a-13907efc6051" providerId="ADAL" clId="{3E428202-D9CF-43A6-AFBA-4C6CC466B863}" dt="2026-10-07T21:00:14.555" v="1710" actId="14100"/>
          <ac:spMkLst>
            <pc:docMk/>
            <pc:sldMk cId="667791504" sldId="595"/>
            <ac:spMk id="9" creationId="{30C19D04-9E13-BC0B-9AD8-47B527DC8A08}"/>
          </ac:spMkLst>
        </pc:spChg>
        <pc:spChg chg="add mod">
          <ac:chgData name="Whisenant, Jacob" userId="a4a55c47-34cd-4b98-ad1a-13907efc6051" providerId="ADAL" clId="{3E428202-D9CF-43A6-AFBA-4C6CC466B863}" dt="2026-10-07T23:28:18.496" v="3310" actId="20577"/>
          <ac:spMkLst>
            <pc:docMk/>
            <pc:sldMk cId="667791504" sldId="595"/>
            <ac:spMk id="14" creationId="{B91F9312-4072-F899-AAEC-D34EC1A4C3CD}"/>
          </ac:spMkLst>
        </pc:spChg>
        <pc:picChg chg="mod">
          <ac:chgData name="Whisenant, Jacob" userId="a4a55c47-34cd-4b98-ad1a-13907efc6051" providerId="ADAL" clId="{3E428202-D9CF-43A6-AFBA-4C6CC466B863}" dt="2026-10-07T20:59:36.284" v="1692" actId="1076"/>
          <ac:picMkLst>
            <pc:docMk/>
            <pc:sldMk cId="667791504" sldId="595"/>
            <ac:picMk id="5" creationId="{E5ED0AD8-4FDE-B430-529E-76A2072A8E16}"/>
          </ac:picMkLst>
        </pc:picChg>
        <pc:inkChg chg="add">
          <ac:chgData name="Whisenant, Jacob" userId="a4a55c47-34cd-4b98-ad1a-13907efc6051" providerId="ADAL" clId="{3E428202-D9CF-43A6-AFBA-4C6CC466B863}" dt="2026-10-07T21:00:30.362" v="1711" actId="9405"/>
          <ac:inkMkLst>
            <pc:docMk/>
            <pc:sldMk cId="667791504" sldId="595"/>
            <ac:inkMk id="10" creationId="{34614C7D-0D63-B472-9240-7198223A38B5}"/>
          </ac:inkMkLst>
        </pc:inkChg>
        <pc:inkChg chg="add">
          <ac:chgData name="Whisenant, Jacob" userId="a4a55c47-34cd-4b98-ad1a-13907efc6051" providerId="ADAL" clId="{3E428202-D9CF-43A6-AFBA-4C6CC466B863}" dt="2026-10-07T21:00:36.631" v="1712" actId="9405"/>
          <ac:inkMkLst>
            <pc:docMk/>
            <pc:sldMk cId="667791504" sldId="595"/>
            <ac:inkMk id="11" creationId="{43D6CBC9-6C4C-CAC5-44DD-D663C6440936}"/>
          </ac:inkMkLst>
        </pc:inkChg>
        <pc:inkChg chg="add">
          <ac:chgData name="Whisenant, Jacob" userId="a4a55c47-34cd-4b98-ad1a-13907efc6051" providerId="ADAL" clId="{3E428202-D9CF-43A6-AFBA-4C6CC466B863}" dt="2026-10-07T21:00:38.283" v="1713" actId="9405"/>
          <ac:inkMkLst>
            <pc:docMk/>
            <pc:sldMk cId="667791504" sldId="595"/>
            <ac:inkMk id="12" creationId="{BFFAFA22-879C-D555-3A54-D21907053438}"/>
          </ac:inkMkLst>
        </pc:inkChg>
        <pc:inkChg chg="add">
          <ac:chgData name="Whisenant, Jacob" userId="a4a55c47-34cd-4b98-ad1a-13907efc6051" providerId="ADAL" clId="{3E428202-D9CF-43A6-AFBA-4C6CC466B863}" dt="2026-10-07T21:00:40.737" v="1714" actId="9405"/>
          <ac:inkMkLst>
            <pc:docMk/>
            <pc:sldMk cId="667791504" sldId="595"/>
            <ac:inkMk id="13" creationId="{41653D46-6AAA-C1B1-C1D8-152D6692F323}"/>
          </ac:inkMkLst>
        </pc:inkChg>
      </pc:sldChg>
      <pc:sldChg chg="addSp delSp modSp add mod">
        <pc:chgData name="Whisenant, Jacob" userId="a4a55c47-34cd-4b98-ad1a-13907efc6051" providerId="ADAL" clId="{3E428202-D9CF-43A6-AFBA-4C6CC466B863}" dt="2026-10-07T23:27:40.999" v="3296" actId="20577"/>
        <pc:sldMkLst>
          <pc:docMk/>
          <pc:sldMk cId="170858227" sldId="596"/>
        </pc:sldMkLst>
        <pc:spChg chg="mod">
          <ac:chgData name="Whisenant, Jacob" userId="a4a55c47-34cd-4b98-ad1a-13907efc6051" providerId="ADAL" clId="{3E428202-D9CF-43A6-AFBA-4C6CC466B863}" dt="2026-10-07T21:04:26.872" v="1839" actId="20577"/>
          <ac:spMkLst>
            <pc:docMk/>
            <pc:sldMk cId="170858227" sldId="596"/>
            <ac:spMk id="2" creationId="{59ADDEFA-FC90-E061-C467-BF70B0C33A23}"/>
          </ac:spMkLst>
        </pc:spChg>
        <pc:spChg chg="del mod">
          <ac:chgData name="Whisenant, Jacob" userId="a4a55c47-34cd-4b98-ad1a-13907efc6051" providerId="ADAL" clId="{3E428202-D9CF-43A6-AFBA-4C6CC466B863}" dt="2026-10-07T21:01:00.086" v="1719" actId="478"/>
          <ac:spMkLst>
            <pc:docMk/>
            <pc:sldMk cId="170858227" sldId="596"/>
            <ac:spMk id="4" creationId="{8EBA39C3-61E3-3A1A-F0F6-0885855F66CB}"/>
          </ac:spMkLst>
        </pc:spChg>
        <pc:spChg chg="add mod">
          <ac:chgData name="Whisenant, Jacob" userId="a4a55c47-34cd-4b98-ad1a-13907efc6051" providerId="ADAL" clId="{3E428202-D9CF-43A6-AFBA-4C6CC466B863}" dt="2026-10-07T21:01:34.734" v="1731" actId="1035"/>
          <ac:spMkLst>
            <pc:docMk/>
            <pc:sldMk cId="170858227" sldId="596"/>
            <ac:spMk id="6" creationId="{EA139F83-E725-092B-8759-390D7DB73019}"/>
          </ac:spMkLst>
        </pc:spChg>
        <pc:spChg chg="del">
          <ac:chgData name="Whisenant, Jacob" userId="a4a55c47-34cd-4b98-ad1a-13907efc6051" providerId="ADAL" clId="{3E428202-D9CF-43A6-AFBA-4C6CC466B863}" dt="2026-10-07T21:00:52.886" v="1717" actId="478"/>
          <ac:spMkLst>
            <pc:docMk/>
            <pc:sldMk cId="170858227" sldId="596"/>
            <ac:spMk id="7" creationId="{EB188D8A-A531-1D3D-428B-1982BC7517CD}"/>
          </ac:spMkLst>
        </pc:spChg>
        <pc:spChg chg="del">
          <ac:chgData name="Whisenant, Jacob" userId="a4a55c47-34cd-4b98-ad1a-13907efc6051" providerId="ADAL" clId="{3E428202-D9CF-43A6-AFBA-4C6CC466B863}" dt="2026-10-07T21:00:52.275" v="1716" actId="478"/>
          <ac:spMkLst>
            <pc:docMk/>
            <pc:sldMk cId="170858227" sldId="596"/>
            <ac:spMk id="9" creationId="{3D52765A-8CE7-BFEF-9202-5A8BF5EB9B27}"/>
          </ac:spMkLst>
        </pc:spChg>
        <pc:spChg chg="add mod">
          <ac:chgData name="Whisenant, Jacob" userId="a4a55c47-34cd-4b98-ad1a-13907efc6051" providerId="ADAL" clId="{3E428202-D9CF-43A6-AFBA-4C6CC466B863}" dt="2026-10-07T23:22:44.265" v="2452" actId="1076"/>
          <ac:spMkLst>
            <pc:docMk/>
            <pc:sldMk cId="170858227" sldId="596"/>
            <ac:spMk id="14" creationId="{37BD3A60-4B92-61D2-8056-42B8809F0964}"/>
          </ac:spMkLst>
        </pc:spChg>
        <pc:spChg chg="add mod">
          <ac:chgData name="Whisenant, Jacob" userId="a4a55c47-34cd-4b98-ad1a-13907efc6051" providerId="ADAL" clId="{3E428202-D9CF-43A6-AFBA-4C6CC466B863}" dt="2026-10-07T23:27:40.999" v="3296" actId="20577"/>
          <ac:spMkLst>
            <pc:docMk/>
            <pc:sldMk cId="170858227" sldId="596"/>
            <ac:spMk id="20" creationId="{75F6F819-6965-6EAF-F90B-2EA8D550905E}"/>
          </ac:spMkLst>
        </pc:spChg>
        <pc:grpChg chg="mod">
          <ac:chgData name="Whisenant, Jacob" userId="a4a55c47-34cd-4b98-ad1a-13907efc6051" providerId="ADAL" clId="{3E428202-D9CF-43A6-AFBA-4C6CC466B863}" dt="2026-10-07T21:02:06.947" v="1744"/>
          <ac:grpSpMkLst>
            <pc:docMk/>
            <pc:sldMk cId="170858227" sldId="596"/>
            <ac:grpSpMk id="18" creationId="{13823CCC-E04E-C830-97B3-C0977133C138}"/>
          </ac:grpSpMkLst>
        </pc:grpChg>
        <pc:inkChg chg="del">
          <ac:chgData name="Whisenant, Jacob" userId="a4a55c47-34cd-4b98-ad1a-13907efc6051" providerId="ADAL" clId="{3E428202-D9CF-43A6-AFBA-4C6CC466B863}" dt="2026-10-07T21:01:03.419" v="1722" actId="478"/>
          <ac:inkMkLst>
            <pc:docMk/>
            <pc:sldMk cId="170858227" sldId="596"/>
            <ac:inkMk id="10" creationId="{87C63754-9F2A-EA06-3ECD-28449B731DC9}"/>
          </ac:inkMkLst>
        </pc:inkChg>
        <pc:inkChg chg="del">
          <ac:chgData name="Whisenant, Jacob" userId="a4a55c47-34cd-4b98-ad1a-13907efc6051" providerId="ADAL" clId="{3E428202-D9CF-43A6-AFBA-4C6CC466B863}" dt="2026-10-07T21:01:00.800" v="1720" actId="478"/>
          <ac:inkMkLst>
            <pc:docMk/>
            <pc:sldMk cId="170858227" sldId="596"/>
            <ac:inkMk id="12" creationId="{0D84E3E1-B765-7F61-5746-9649217B7E5F}"/>
          </ac:inkMkLst>
        </pc:inkChg>
        <pc:inkChg chg="del">
          <ac:chgData name="Whisenant, Jacob" userId="a4a55c47-34cd-4b98-ad1a-13907efc6051" providerId="ADAL" clId="{3E428202-D9CF-43A6-AFBA-4C6CC466B863}" dt="2026-10-07T21:01:01.686" v="1721" actId="478"/>
          <ac:inkMkLst>
            <pc:docMk/>
            <pc:sldMk cId="170858227" sldId="596"/>
            <ac:inkMk id="13" creationId="{AAE508EA-98B5-AE7E-C7C4-A7E94C36938B}"/>
          </ac:inkMkLst>
        </pc:inkChg>
        <pc:inkChg chg="add mod">
          <ac:chgData name="Whisenant, Jacob" userId="a4a55c47-34cd-4b98-ad1a-13907efc6051" providerId="ADAL" clId="{3E428202-D9CF-43A6-AFBA-4C6CC466B863}" dt="2026-10-07T21:02:06.947" v="1744"/>
          <ac:inkMkLst>
            <pc:docMk/>
            <pc:sldMk cId="170858227" sldId="596"/>
            <ac:inkMk id="15" creationId="{6AD33005-B480-B0D6-263A-379AAD806D19}"/>
          </ac:inkMkLst>
        </pc:inkChg>
        <pc:inkChg chg="add mod">
          <ac:chgData name="Whisenant, Jacob" userId="a4a55c47-34cd-4b98-ad1a-13907efc6051" providerId="ADAL" clId="{3E428202-D9CF-43A6-AFBA-4C6CC466B863}" dt="2026-10-07T21:02:06.947" v="1744"/>
          <ac:inkMkLst>
            <pc:docMk/>
            <pc:sldMk cId="170858227" sldId="596"/>
            <ac:inkMk id="16" creationId="{8EC803A2-F493-9FB8-B84D-6CDA7B340E21}"/>
          </ac:inkMkLst>
        </pc:inkChg>
        <pc:inkChg chg="add mod">
          <ac:chgData name="Whisenant, Jacob" userId="a4a55c47-34cd-4b98-ad1a-13907efc6051" providerId="ADAL" clId="{3E428202-D9CF-43A6-AFBA-4C6CC466B863}" dt="2026-10-07T21:02:06.947" v="1744"/>
          <ac:inkMkLst>
            <pc:docMk/>
            <pc:sldMk cId="170858227" sldId="596"/>
            <ac:inkMk id="17" creationId="{BA91C2FD-947B-EF0F-596D-617417805ABF}"/>
          </ac:inkMkLst>
        </pc:inkChg>
      </pc:sldChg>
      <pc:sldChg chg="addSp delSp modSp add mod">
        <pc:chgData name="Whisenant, Jacob" userId="a4a55c47-34cd-4b98-ad1a-13907efc6051" providerId="ADAL" clId="{3E428202-D9CF-43A6-AFBA-4C6CC466B863}" dt="2026-10-07T23:33:53.445" v="3577" actId="14100"/>
        <pc:sldMkLst>
          <pc:docMk/>
          <pc:sldMk cId="4003417217" sldId="597"/>
        </pc:sldMkLst>
        <pc:spChg chg="mod">
          <ac:chgData name="Whisenant, Jacob" userId="a4a55c47-34cd-4b98-ad1a-13907efc6051" providerId="ADAL" clId="{3E428202-D9CF-43A6-AFBA-4C6CC466B863}" dt="2026-10-07T21:04:41.026" v="1862" actId="20577"/>
          <ac:spMkLst>
            <pc:docMk/>
            <pc:sldMk cId="4003417217" sldId="597"/>
            <ac:spMk id="2" creationId="{41015E9C-1466-D94F-B222-BA77DBB0ACB0}"/>
          </ac:spMkLst>
        </pc:spChg>
        <pc:spChg chg="del">
          <ac:chgData name="Whisenant, Jacob" userId="a4a55c47-34cd-4b98-ad1a-13907efc6051" providerId="ADAL" clId="{3E428202-D9CF-43A6-AFBA-4C6CC466B863}" dt="2026-10-07T21:02:21.155" v="1747" actId="478"/>
          <ac:spMkLst>
            <pc:docMk/>
            <pc:sldMk cId="4003417217" sldId="597"/>
            <ac:spMk id="6" creationId="{64838565-8390-1CD8-F9CA-C3156C6189DB}"/>
          </ac:spMkLst>
        </pc:spChg>
        <pc:spChg chg="add mod">
          <ac:chgData name="Whisenant, Jacob" userId="a4a55c47-34cd-4b98-ad1a-13907efc6051" providerId="ADAL" clId="{3E428202-D9CF-43A6-AFBA-4C6CC466B863}" dt="2026-10-07T21:02:44.083" v="1759" actId="1036"/>
          <ac:spMkLst>
            <pc:docMk/>
            <pc:sldMk cId="4003417217" sldId="597"/>
            <ac:spMk id="7" creationId="{C490990F-DFB8-CC3C-89C0-C56A95555B69}"/>
          </ac:spMkLst>
        </pc:spChg>
        <pc:spChg chg="add mod">
          <ac:chgData name="Whisenant, Jacob" userId="a4a55c47-34cd-4b98-ad1a-13907efc6051" providerId="ADAL" clId="{3E428202-D9CF-43A6-AFBA-4C6CC466B863}" dt="2026-10-07T21:03:16.304" v="1770" actId="1038"/>
          <ac:spMkLst>
            <pc:docMk/>
            <pc:sldMk cId="4003417217" sldId="597"/>
            <ac:spMk id="10" creationId="{E04DBCC5-35DE-4ECD-110D-D7931426E006}"/>
          </ac:spMkLst>
        </pc:spChg>
        <pc:spChg chg="add mod">
          <ac:chgData name="Whisenant, Jacob" userId="a4a55c47-34cd-4b98-ad1a-13907efc6051" providerId="ADAL" clId="{3E428202-D9CF-43A6-AFBA-4C6CC466B863}" dt="2026-10-07T23:33:53.445" v="3577" actId="14100"/>
          <ac:spMkLst>
            <pc:docMk/>
            <pc:sldMk cId="4003417217" sldId="597"/>
            <ac:spMk id="12" creationId="{6FE938AB-06BF-70FD-56AF-BF4FDDADEA30}"/>
          </ac:spMkLst>
        </pc:spChg>
        <pc:spChg chg="del">
          <ac:chgData name="Whisenant, Jacob" userId="a4a55c47-34cd-4b98-ad1a-13907efc6051" providerId="ADAL" clId="{3E428202-D9CF-43A6-AFBA-4C6CC466B863}" dt="2026-10-07T21:02:22.287" v="1748" actId="478"/>
          <ac:spMkLst>
            <pc:docMk/>
            <pc:sldMk cId="4003417217" sldId="597"/>
            <ac:spMk id="14" creationId="{91FCDEEE-6FE9-908F-53D9-0B469AF531D7}"/>
          </ac:spMkLst>
        </pc:spChg>
        <pc:grpChg chg="mod">
          <ac:chgData name="Whisenant, Jacob" userId="a4a55c47-34cd-4b98-ad1a-13907efc6051" providerId="ADAL" clId="{3E428202-D9CF-43A6-AFBA-4C6CC466B863}" dt="2026-10-07T21:02:29.864" v="1749"/>
          <ac:grpSpMkLst>
            <pc:docMk/>
            <pc:sldMk cId="4003417217" sldId="597"/>
            <ac:grpSpMk id="18" creationId="{E9FC52F7-E020-D71D-5447-3935F668F16A}"/>
          </ac:grpSpMkLst>
        </pc:grpChg>
        <pc:inkChg chg="add del">
          <ac:chgData name="Whisenant, Jacob" userId="a4a55c47-34cd-4b98-ad1a-13907efc6051" providerId="ADAL" clId="{3E428202-D9CF-43A6-AFBA-4C6CC466B863}" dt="2026-10-07T21:02:30.727" v="1750"/>
          <ac:inkMkLst>
            <pc:docMk/>
            <pc:sldMk cId="4003417217" sldId="597"/>
            <ac:inkMk id="4" creationId="{8C6368EF-ECD4-BF53-B729-696BBD7732B6}"/>
          </ac:inkMkLst>
        </pc:inkChg>
        <pc:inkChg chg="add">
          <ac:chgData name="Whisenant, Jacob" userId="a4a55c47-34cd-4b98-ad1a-13907efc6051" providerId="ADAL" clId="{3E428202-D9CF-43A6-AFBA-4C6CC466B863}" dt="2026-10-07T21:02:51.262" v="1760" actId="9405"/>
          <ac:inkMkLst>
            <pc:docMk/>
            <pc:sldMk cId="4003417217" sldId="597"/>
            <ac:inkMk id="8" creationId="{A739D3BC-A004-BB99-5325-90412D59DFC5}"/>
          </ac:inkMkLst>
        </pc:inkChg>
        <pc:inkChg chg="mod">
          <ac:chgData name="Whisenant, Jacob" userId="a4a55c47-34cd-4b98-ad1a-13907efc6051" providerId="ADAL" clId="{3E428202-D9CF-43A6-AFBA-4C6CC466B863}" dt="2026-10-07T21:02:29.864" v="1749"/>
          <ac:inkMkLst>
            <pc:docMk/>
            <pc:sldMk cId="4003417217" sldId="597"/>
            <ac:inkMk id="15" creationId="{A1AF7D3D-9B8C-CDF6-36EE-D086BBE01BD1}"/>
          </ac:inkMkLst>
        </pc:inkChg>
        <pc:inkChg chg="del">
          <ac:chgData name="Whisenant, Jacob" userId="a4a55c47-34cd-4b98-ad1a-13907efc6051" providerId="ADAL" clId="{3E428202-D9CF-43A6-AFBA-4C6CC466B863}" dt="2026-10-07T21:02:29.864" v="1749"/>
          <ac:inkMkLst>
            <pc:docMk/>
            <pc:sldMk cId="4003417217" sldId="597"/>
            <ac:inkMk id="16" creationId="{5D62F9A1-1FA9-AFB1-A83A-4F6E75907094}"/>
          </ac:inkMkLst>
        </pc:inkChg>
        <pc:inkChg chg="mod">
          <ac:chgData name="Whisenant, Jacob" userId="a4a55c47-34cd-4b98-ad1a-13907efc6051" providerId="ADAL" clId="{3E428202-D9CF-43A6-AFBA-4C6CC466B863}" dt="2026-10-07T21:02:29.864" v="1749"/>
          <ac:inkMkLst>
            <pc:docMk/>
            <pc:sldMk cId="4003417217" sldId="597"/>
            <ac:inkMk id="17" creationId="{25A99378-DE35-22B8-FC1F-12902544F3B0}"/>
          </ac:inkMkLst>
        </pc:inkChg>
      </pc:sldChg>
      <pc:sldChg chg="addSp delSp modSp add mod">
        <pc:chgData name="Whisenant, Jacob" userId="a4a55c47-34cd-4b98-ad1a-13907efc6051" providerId="ADAL" clId="{3E428202-D9CF-43A6-AFBA-4C6CC466B863}" dt="2026-10-07T21:04:53.433" v="1883" actId="20577"/>
        <pc:sldMkLst>
          <pc:docMk/>
          <pc:sldMk cId="2369834187" sldId="598"/>
        </pc:sldMkLst>
        <pc:spChg chg="mod">
          <ac:chgData name="Whisenant, Jacob" userId="a4a55c47-34cd-4b98-ad1a-13907efc6051" providerId="ADAL" clId="{3E428202-D9CF-43A6-AFBA-4C6CC466B863}" dt="2026-10-07T21:04:53.433" v="1883" actId="20577"/>
          <ac:spMkLst>
            <pc:docMk/>
            <pc:sldMk cId="2369834187" sldId="598"/>
            <ac:spMk id="2" creationId="{663611AF-6AA8-DFE4-11C9-D7FB1CC157D2}"/>
          </ac:spMkLst>
        </pc:spChg>
        <pc:spChg chg="del">
          <ac:chgData name="Whisenant, Jacob" userId="a4a55c47-34cd-4b98-ad1a-13907efc6051" providerId="ADAL" clId="{3E428202-D9CF-43A6-AFBA-4C6CC466B863}" dt="2026-10-07T21:03:46.537" v="1781" actId="478"/>
          <ac:spMkLst>
            <pc:docMk/>
            <pc:sldMk cId="2369834187" sldId="598"/>
            <ac:spMk id="7" creationId="{94F4E475-2FE9-4839-737D-78D005347FC3}"/>
          </ac:spMkLst>
        </pc:spChg>
        <pc:spChg chg="add del mod">
          <ac:chgData name="Whisenant, Jacob" userId="a4a55c47-34cd-4b98-ad1a-13907efc6051" providerId="ADAL" clId="{3E428202-D9CF-43A6-AFBA-4C6CC466B863}" dt="2026-10-07T21:03:55.057" v="1789" actId="478"/>
          <ac:spMkLst>
            <pc:docMk/>
            <pc:sldMk cId="2369834187" sldId="598"/>
            <ac:spMk id="10" creationId="{48F87D72-8A2B-EE42-714C-22A736CD9F5B}"/>
          </ac:spMkLst>
        </pc:spChg>
      </pc:sldChg>
      <pc:sldChg chg="delSp modSp add del mod">
        <pc:chgData name="Whisenant, Jacob" userId="a4a55c47-34cd-4b98-ad1a-13907efc6051" providerId="ADAL" clId="{3E428202-D9CF-43A6-AFBA-4C6CC466B863}" dt="2026-10-07T21:03:57.263" v="1790" actId="47"/>
        <pc:sldMkLst>
          <pc:docMk/>
          <pc:sldMk cId="1529745928" sldId="599"/>
        </pc:sldMkLst>
        <pc:spChg chg="del">
          <ac:chgData name="Whisenant, Jacob" userId="a4a55c47-34cd-4b98-ad1a-13907efc6051" providerId="ADAL" clId="{3E428202-D9CF-43A6-AFBA-4C6CC466B863}" dt="2026-10-07T21:03:41.945" v="1780" actId="478"/>
          <ac:spMkLst>
            <pc:docMk/>
            <pc:sldMk cId="1529745928" sldId="599"/>
            <ac:spMk id="7" creationId="{EE2B0561-7D1C-75F1-9CB4-ABFA269F4BB2}"/>
          </ac:spMkLst>
        </pc:spChg>
        <pc:spChg chg="del mod">
          <ac:chgData name="Whisenant, Jacob" userId="a4a55c47-34cd-4b98-ad1a-13907efc6051" providerId="ADAL" clId="{3E428202-D9CF-43A6-AFBA-4C6CC466B863}" dt="2026-10-07T21:03:41.213" v="1779" actId="478"/>
          <ac:spMkLst>
            <pc:docMk/>
            <pc:sldMk cId="1529745928" sldId="599"/>
            <ac:spMk id="10" creationId="{127D7651-EE3B-8ABE-D6AB-C4B9492C49EC}"/>
          </ac:spMkLst>
        </pc:spChg>
      </pc:sldChg>
      <pc:sldChg chg="addSp delSp modSp add mod">
        <pc:chgData name="Whisenant, Jacob" userId="a4a55c47-34cd-4b98-ad1a-13907efc6051" providerId="ADAL" clId="{3E428202-D9CF-43A6-AFBA-4C6CC466B863}" dt="2026-10-07T23:41:32.568" v="4372" actId="20577"/>
        <pc:sldMkLst>
          <pc:docMk/>
          <pc:sldMk cId="2988219480" sldId="599"/>
        </pc:sldMkLst>
        <pc:spChg chg="add mod">
          <ac:chgData name="Whisenant, Jacob" userId="a4a55c47-34cd-4b98-ad1a-13907efc6051" providerId="ADAL" clId="{3E428202-D9CF-43A6-AFBA-4C6CC466B863}" dt="2026-10-07T23:35:24.475" v="3606" actId="1035"/>
          <ac:spMkLst>
            <pc:docMk/>
            <pc:sldMk cId="2988219480" sldId="599"/>
            <ac:spMk id="4" creationId="{D906EFE2-89AD-6D73-D695-CFFC56E3057E}"/>
          </ac:spMkLst>
        </pc:spChg>
        <pc:spChg chg="add mod">
          <ac:chgData name="Whisenant, Jacob" userId="a4a55c47-34cd-4b98-ad1a-13907efc6051" providerId="ADAL" clId="{3E428202-D9CF-43A6-AFBA-4C6CC466B863}" dt="2026-10-07T23:41:32.568" v="4372" actId="20577"/>
          <ac:spMkLst>
            <pc:docMk/>
            <pc:sldMk cId="2988219480" sldId="599"/>
            <ac:spMk id="7" creationId="{EE94DF1A-5463-DB84-ACD9-B740E70CB4D2}"/>
          </ac:spMkLst>
        </pc:spChg>
        <pc:spChg chg="add del mod">
          <ac:chgData name="Whisenant, Jacob" userId="a4a55c47-34cd-4b98-ad1a-13907efc6051" providerId="ADAL" clId="{3E428202-D9CF-43A6-AFBA-4C6CC466B863}" dt="2026-10-07T23:41:20.964" v="4358" actId="478"/>
          <ac:spMkLst>
            <pc:docMk/>
            <pc:sldMk cId="2988219480" sldId="599"/>
            <ac:spMk id="10" creationId="{8F4FEA4C-42AC-B02D-3D41-6C16F2D72976}"/>
          </ac:spMkLst>
        </pc:spChg>
        <pc:grpChg chg="del">
          <ac:chgData name="Whisenant, Jacob" userId="a4a55c47-34cd-4b98-ad1a-13907efc6051" providerId="ADAL" clId="{3E428202-D9CF-43A6-AFBA-4C6CC466B863}" dt="2026-10-07T23:34:57.451" v="3586" actId="478"/>
          <ac:grpSpMkLst>
            <pc:docMk/>
            <pc:sldMk cId="2988219480" sldId="599"/>
            <ac:grpSpMk id="18" creationId="{C4277151-C104-5BD6-65C9-2730DAAA1749}"/>
          </ac:grpSpMkLst>
        </pc:grpChg>
        <pc:picChg chg="mod modCrop">
          <ac:chgData name="Whisenant, Jacob" userId="a4a55c47-34cd-4b98-ad1a-13907efc6051" providerId="ADAL" clId="{3E428202-D9CF-43A6-AFBA-4C6CC466B863}" dt="2026-10-07T23:35:11.026" v="3593" actId="1076"/>
          <ac:picMkLst>
            <pc:docMk/>
            <pc:sldMk cId="2988219480" sldId="599"/>
            <ac:picMk id="5" creationId="{8D38B7B8-4B04-37DF-E82F-2837A8C55869}"/>
          </ac:picMkLst>
        </pc:picChg>
        <pc:inkChg chg="del mod">
          <ac:chgData name="Whisenant, Jacob" userId="a4a55c47-34cd-4b98-ad1a-13907efc6051" providerId="ADAL" clId="{3E428202-D9CF-43A6-AFBA-4C6CC466B863}" dt="2026-10-07T23:35:08.721" v="3592" actId="478"/>
          <ac:inkMkLst>
            <pc:docMk/>
            <pc:sldMk cId="2988219480" sldId="599"/>
            <ac:inkMk id="8" creationId="{0DADBEED-019A-D5A5-FD80-CA7EBA8A23AA}"/>
          </ac:inkMkLst>
        </pc:inkChg>
        <pc:inkChg chg="del">
          <ac:chgData name="Whisenant, Jacob" userId="a4a55c47-34cd-4b98-ad1a-13907efc6051" providerId="ADAL" clId="{3E428202-D9CF-43A6-AFBA-4C6CC466B863}" dt="2026-10-07T23:35:05.335" v="3589" actId="478"/>
          <ac:inkMkLst>
            <pc:docMk/>
            <pc:sldMk cId="2988219480" sldId="599"/>
            <ac:inkMk id="11" creationId="{4A86A9B7-FE0E-B78F-BC24-B8B7C0872602}"/>
          </ac:inkMkLst>
        </pc:inkChg>
      </pc:sldChg>
      <pc:sldChg chg="modSp add mod">
        <pc:chgData name="Whisenant, Jacob" userId="a4a55c47-34cd-4b98-ad1a-13907efc6051" providerId="ADAL" clId="{3E428202-D9CF-43A6-AFBA-4C6CC466B863}" dt="2026-10-07T23:49:42.286" v="5662" actId="14100"/>
        <pc:sldMkLst>
          <pc:docMk/>
          <pc:sldMk cId="313333059" sldId="600"/>
        </pc:sldMkLst>
        <pc:spChg chg="mod">
          <ac:chgData name="Whisenant, Jacob" userId="a4a55c47-34cd-4b98-ad1a-13907efc6051" providerId="ADAL" clId="{3E428202-D9CF-43A6-AFBA-4C6CC466B863}" dt="2026-10-07T23:41:50.438" v="4398" actId="20577"/>
          <ac:spMkLst>
            <pc:docMk/>
            <pc:sldMk cId="313333059" sldId="600"/>
            <ac:spMk id="2" creationId="{B3AD20B5-468C-BE01-3F81-028C3FC5FF8D}"/>
          </ac:spMkLst>
        </pc:spChg>
        <pc:spChg chg="mod">
          <ac:chgData name="Whisenant, Jacob" userId="a4a55c47-34cd-4b98-ad1a-13907efc6051" providerId="ADAL" clId="{3E428202-D9CF-43A6-AFBA-4C6CC466B863}" dt="2026-10-07T23:49:42.286" v="5662" actId="14100"/>
          <ac:spMkLst>
            <pc:docMk/>
            <pc:sldMk cId="313333059" sldId="600"/>
            <ac:spMk id="7" creationId="{000641EE-DCFB-6411-C090-2AA7CF2657E4}"/>
          </ac:spMkLst>
        </pc:spChg>
      </pc:sldChg>
      <pc:sldChg chg="addSp modSp add mod">
        <pc:chgData name="Whisenant, Jacob" userId="a4a55c47-34cd-4b98-ad1a-13907efc6051" providerId="ADAL" clId="{3E428202-D9CF-43A6-AFBA-4C6CC466B863}" dt="2026-10-08T18:48:12.531" v="6701" actId="1076"/>
        <pc:sldMkLst>
          <pc:docMk/>
          <pc:sldMk cId="893862279" sldId="601"/>
        </pc:sldMkLst>
        <pc:spChg chg="mod">
          <ac:chgData name="Whisenant, Jacob" userId="a4a55c47-34cd-4b98-ad1a-13907efc6051" providerId="ADAL" clId="{3E428202-D9CF-43A6-AFBA-4C6CC466B863}" dt="2026-10-08T18:34:04.371" v="6219" actId="20577"/>
          <ac:spMkLst>
            <pc:docMk/>
            <pc:sldMk cId="893862279" sldId="601"/>
            <ac:spMk id="2" creationId="{086332CD-F983-70ED-3A20-4E30D8E7AE49}"/>
          </ac:spMkLst>
        </pc:spChg>
        <pc:spChg chg="mod">
          <ac:chgData name="Whisenant, Jacob" userId="a4a55c47-34cd-4b98-ad1a-13907efc6051" providerId="ADAL" clId="{3E428202-D9CF-43A6-AFBA-4C6CC466B863}" dt="2026-10-08T18:48:12.531" v="6701" actId="1076"/>
          <ac:spMkLst>
            <pc:docMk/>
            <pc:sldMk cId="893862279" sldId="601"/>
            <ac:spMk id="4" creationId="{7E5C2CA0-D3B1-6B68-BA5B-FDF687F8ED2B}"/>
          </ac:spMkLst>
        </pc:spChg>
        <pc:picChg chg="add mod modCrop">
          <ac:chgData name="Whisenant, Jacob" userId="a4a55c47-34cd-4b98-ad1a-13907efc6051" providerId="ADAL" clId="{3E428202-D9CF-43A6-AFBA-4C6CC466B863}" dt="2026-10-08T18:34:29.828" v="6228" actId="1076"/>
          <ac:picMkLst>
            <pc:docMk/>
            <pc:sldMk cId="893862279" sldId="601"/>
            <ac:picMk id="6" creationId="{ADDCB142-0A65-1233-A30C-F93614EC74C0}"/>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0:30.358"/>
    </inkml:context>
    <inkml:brush xml:id="br0">
      <inkml:brushProperty name="width" value="0.35" units="cm"/>
      <inkml:brushProperty name="height" value="0.35" units="cm"/>
      <inkml:brushProperty name="color" value="#FFFFFF"/>
    </inkml:brush>
  </inkml:definitions>
  <inkml:trace contextRef="#ctx0" brushRef="#br0">1 77 24575,'847'0'0,"-830"1"0,0 1 0,22 5 0,-21-4 0,-1 0 0,22 1 0,1847-3 0,-900-3 0,3431 2 0,-4400 1 0,0 0 0,22 6 0,-21-3 0,-1-1 0,22 0 0,831-3 0,-396-1 0,-449 0 0,46-9 0,-20 2 0,-3 0 0,-29 4 0,-1 1 0,25 0 0,8 3 0,-24 1 0,0-1 0,0-1 0,52-10 0,-57 7 0,43-3 0,6 0 0,-22 1 0,0 2 0,92 5 0,-48 1 0,-67-2 0,0 0 0,-1 0 0,1-2 0,44-8 0,8-1 0,-17 4 0,-12 1 0,1 2 0,90 5 0,-47 1 0,3623-2 0,-3694 1 0,40 7 0,-39-4 0,38 2 0,1826-5 0,-903-3 0,-764 2-1365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0:36.631"/>
    </inkml:context>
    <inkml:brush xml:id="br0">
      <inkml:brushProperty name="width" value="0.35" units="cm"/>
      <inkml:brushProperty name="height" value="0.35" units="cm"/>
      <inkml:brushProperty name="color" value="#FFFFFF"/>
    </inkml:brush>
  </inkml:definitions>
  <inkml:trace contextRef="#ctx0" brushRef="#br0">58 963 24575,'0'-50'0,"2"19"0,-2 1 0,-2-1 0,-9-56 0,7 68 0,1-1 0,0-25 0,2 25 0,0 0 0,-6-22 0,4 22 0,0-1 0,0-38 0,3 38 0,-1 1 0,-1-1 0,-4-19 0,2 21 0,1 0 0,1-1 0,1 1 0,1 0 0,1-1 0,0 1 0,1 0 0,8-30 0,-8 38 0,-1 0 0,0 0 0,-1-19 0,-1 21 0,1 0 0,1 0 0,-1 0 0,1 1 0,1-1 0,2-10 0,-3 17 0,0 0 0,1 0 0,-1 1 0,0-1 0,0 0 0,1 1 0,-1-1 0,1 1 0,0 0 0,-1-1 0,1 1 0,0 0 0,0 0 0,-1 0 0,1 0 0,0 1 0,0-1 0,0 0 0,0 1 0,0-1 0,0 1 0,0 0 0,4 0 0,7-1 0,0 1 0,22 2 0,-16-1 0,649 3 0,-359-6 0,1919 2 0,-2212 1 0,1 1 0,23 4 0,-23-2 0,0-1 0,22 0 0,1081-4-1365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0:38.282"/>
    </inkml:context>
    <inkml:brush xml:id="br0">
      <inkml:brushProperty name="width" value="0.35" units="cm"/>
      <inkml:brushProperty name="height" value="0.35" units="cm"/>
      <inkml:brushProperty name="color" value="#FFFFFF"/>
    </inkml:brush>
  </inkml:definitions>
  <inkml:trace contextRef="#ctx0" brushRef="#br0">0 3 24575,'2'-3'0,"1"9"0,8 22 0,10 39 0,43 113-687,-9-28 158,32 120 529,-72-227 332,28 57 0,9 27 220,-18-38-552,-9-18 0,-19-60 0,-1 0 0,0 0 0,-1 0 0,0 1 0,-2-1 0,3 18 0,-6-11 0,1-16 0,-1 0 0,1 0 0,0-1 0,0 1 0,0 0 0,1 0 0,-1 0 0,1-1 0,0 1 0,0 0 0,0-1 0,0 1 0,1 0 0,2 4 0,-4-8 0,1 1 0,-1-1 0,0 0 0,0 1 0,0-1 0,1 0 0,-1 0 0,0 1 0,1-1 0,-1 0 0,0 0 0,0 0 0,1 1 0,-1-1 0,0 0 0,1 0 0,-1 0 0,1 0 0,-1 0 0,0 0 0,1 0 0,-1 0 0,0 0 0,1 0 0,-1 0 0,0 0 0,1 0 0,-1 0 0,0 0 0,1 0 0,-1 0 0,1 0 0,-1 0 0,0 0 0,1-1 0,-1 1 0,0 0 0,0 0 0,1 0 0,-1-1 0,1 1 0,7-19 0,-3-22 0,4-31 0,-5 50 0,1-37 0,-6-27 0,2-68 0,1 142 0,0-1 0,1 0 0,8-20 0,-7 21 0,0 0 0,-1 0 0,0 0 0,2-16 0,-2 2 0,2 1 0,0 0 0,2 0 0,11-25 0,-7 18 0,-4 11 0,-1 0 0,-1-1 0,2-24 0,1-7 0,-4 29 0,2-47 0,-7-2-1365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0:40.736"/>
    </inkml:context>
    <inkml:brush xml:id="br0">
      <inkml:brushProperty name="width" value="0.35" units="cm"/>
      <inkml:brushProperty name="height" value="0.35" units="cm"/>
      <inkml:brushProperty name="color" value="#FFFFFF"/>
    </inkml:brush>
  </inkml:definitions>
  <inkml:trace contextRef="#ctx0" brushRef="#br0">0 1 24575,'1492'0'-1365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0:36.631"/>
    </inkml:context>
    <inkml:brush xml:id="br0">
      <inkml:brushProperty name="width" value="0.35" units="cm"/>
      <inkml:brushProperty name="height" value="0.35" units="cm"/>
      <inkml:brushProperty name="color" value="#FFFFFF"/>
    </inkml:brush>
  </inkml:definitions>
  <inkml:trace contextRef="#ctx0" brushRef="#br0">58 963 24575,'0'-50'0,"2"19"0,-2 1 0,-2-1 0,-9-56 0,7 68 0,1-1 0,0-25 0,2 25 0,0 0 0,-6-22 0,4 22 0,0-1 0,0-38 0,3 38 0,-1 1 0,-1-1 0,-4-19 0,2 21 0,1 0 0,1-1 0,1 1 0,1 0 0,1-1 0,0 1 0,1 0 0,8-30 0,-8 38 0,-1 0 0,0 0 0,-1-19 0,-1 21 0,1 0 0,1 0 0,-1 0 0,1 1 0,1-1 0,2-10 0,-3 17 0,0 0 0,1 0 0,-1 1 0,0-1 0,0 0 0,1 1 0,-1-1 0,1 1 0,0 0 0,-1-1 0,1 1 0,0 0 0,0 0 0,-1 0 0,1 0 0,0 1 0,0-1 0,0 0 0,0 1 0,0-1 0,0 1 0,0 0 0,4 0 0,7-1 0,0 1 0,22 2 0,-16-1 0,649 3 0,-359-6 0,1919 2 0,-2212 1 0,1 1 0,23 4 0,-23-2 0,0-1 0,22 0 0,1081-4-1365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2:02.391"/>
    </inkml:context>
    <inkml:brush xml:id="br0">
      <inkml:brushProperty name="width" value="0.35" units="cm"/>
      <inkml:brushProperty name="height" value="0.35" units="cm"/>
      <inkml:brushProperty name="color" value="#FFFFFF"/>
    </inkml:brush>
  </inkml:definitions>
  <inkml:trace contextRef="#ctx0" brushRef="#br0">92 1290 24575,'1'-23'0,"-2"1"0,0 0 0,-1-1 0,-2 1 0,-9-35 0,3 29 0,5 13 0,0 0 0,0 0 0,2-1 0,-1 1 0,0-26 0,2 15 0,-8-42 0,4 34 0,-1-8 0,3 26 0,1-1 0,-1-21 0,4 31 0,1 1 0,-1 0 0,1 0 0,0-1 0,0 1 0,1 0 0,0 0 0,0 0 0,5-10 0,13-19 0,-11 19 0,0 0 0,0-1 0,-2 0 0,0-1 0,7-29 0,-13 45 0,-1 0 0,1 0 0,0 1 0,-1-1 0,1 0 0,0 0 0,0 0 0,0 1 0,1-1 0,-1 0 0,0 1 0,1-1 0,-1 1 0,1 0 0,-1-1 0,1 1 0,0 0 0,-1 0 0,1 0 0,0 0 0,3-1 0,4-1 0,1 0 0,-1 1 0,16-2 0,16-5 0,-20 2 0,-1 0 0,1 1 0,0 1 0,1 1 0,-1 0 0,41 0 0,772 6 0,-470-3 0,-341 3 0,0 1 0,44 11 0,-52-10 0,37 4 0,-1-2 0,2-2 0,94-6 0,-45 0 0,4886 2 0,-4966 1 0,39 8 0,-39-5 0,39 1 0,436-5 0,-475 1 0,40 7 0,-39-4 0,39 2 0,2-6 0,-14-1 0,1 2 0,57 9 0,-77-6 0,44 0 0,-48-4 0,0 2 0,41 7 0,-45-6 0,-1 0 0,1-1 0,28-2 0,-27-1 0,1 2 0,35 5 0,4 2 0,1-2 0,118-7 0,-72-1 0,-51 2-69,20-1-299,109 13 1,-103-4 269,151-6 0,-111-4 51,591 2 1094,-692 1-1047,41 7 0,18 1 0,109 5 0,-106-7 0,8 2 0,-36-3 0,0-2 0,90-5 0,-46-1 0,1984 2 0,-2063-2 0,0 0 0,0-1 0,29-9 0,-29 6 0,-1 1 0,1 1 0,32 0 0,-24 4 0,-8 1 0,-1-1 0,1-1 0,45-9 0,-38 5 0,0 1 0,0 2 0,1 1 0,37 4 0,6-1 0,3256-2 0,-3313-1 0,1-1 0,20-5 0,25-1 0,7-2 0,-50 6 0,41-2 0,-20 6 0,-12 1 0,41-5 0,-60 3 0,0-1 0,-1-1 0,0 0 0,1 0 0,-1-1 0,-1 0 0,16-9 0,-6 3 0,-2 0 0,32-23 0,-46 30 0,1 0 0,-1 0 0,0 0 0,0 0 0,0 0 0,0-1 0,-1 0 0,1 1 0,-1-1 0,0 0 0,0 0 0,0 0 0,-1 0 0,2-8 0,-3 11 0,1 0 0,-1 0 0,0 0 0,-1 0 0,1 0 0,0-1 0,0 1 0,0 0 0,-1 0 0,1 0 0,0 0 0,-1 0 0,1 0 0,-1 0 0,0 0 0,1 0 0,-1 0 0,0 0 0,1 0 0,-1 0 0,0 0 0,-1 0 0,-1-2 0,-1 1 0,1 0 0,-1 0 0,1 0 0,-1 1 0,-6-3 0,-4 1 0,1 0 0,-27-2 0,-39-4 0,41 4 0,-47-1 0,-888 8 0,527-3 0,419 0 0,-39-8 0,38 5 0,-38-1 0,28 5 0,1 0 0,0-1 0,-53-9 0,59 6 0,-46-1 0,46 4 0,-48-7 0,32 2 0,0 2 0,-1 2 0,-48 5 0,4-1 0,67-2 0,-14 0 0,-1-1 0,-59-9 0,60 4 0,-64-1 0,-1 1 0,-24-13-300,73 9 50,-1 2-1,-69 0 0,64 5 251,-119-21 0,102 12 0,-17 2-430,-140 5 0,184 5 385,14-2 27,-35-6 0,-35-1 199,-20 11 484,-99-4 482,117-16-1147,77 11 0,0 2 0,-51-2 0,40 5 0,-61-10 0,-21-3 0,87 10 0,0 2 0,-75 4 0,-33-2 0,92-7 0,37 4 0,0 1 0,-23 0 0,-794 2 0,378 2 0,440 0 0,-1 1 0,-23 5 0,23-4 0,0 0 0,-22 1 0,-1012-4-2195,486-1 1336,540 2 1594,-40 7 0,40-3-23,-37 0-1,-365-6-550,469 16-161,9-7 0,-20-2 0,47 2 0,59 1-309,42 1-141,-27-1 450,-8 1 0,3-1-1479,-6 0 54,233 9-539,125-4-791,40 13 2647,112-13 108,-428-4-299,-10-1 17,15 3 539,-124-5-178,-2 0-50,115 4 1788,-180-12-1727,-2 0 1027,1 2 1,0 1-1,39 7 0,-57-6-435,0 1 420,-35-3-556,-58-1-719,-103 0-2486,-255-31 0,-588-84-3113,338 79 4815,665 36 857,-1046-21-1178,854 19 1278,-194 5 2868,208 15-1876,112-8 454,-84-1 1,140-8 304,-44 7-1,45-4-78,-42 1 0,1176-5-7132,-494-1 3254,-350 11 923,-3-1 995,2223-9 9525,-2767-11-10656,-246-16-1616,496 27 3213,-171-8-1072,-126-2-946,33 1 459,14-1 81,37 9 118,-398 4 1154,299 17-12,84-3 42,18-1-7,-142 5 712,109-12-485,-3 0 1100,-1255-10 7371,1519 2-8693,-1 1 0,-23 5 0,23-4 0,0 0 0,-22 0 0,-1084-3-154,1090 2 190,0 1-1,-52 13 1,-3 0 11,7 3-47,59-13 0,-40 7 0,-29 4 0,66-11 0,-1-1 0,1-1 0,-30 0 0,25-4 0,-41 0 0,-81 10 0,84-3 0,36-4 0,-62 12 0,0 6 0,56-14 0,0 1 0,-41 16 0,28-5 0,-85 37 0,-87 38 0,211-88 0,0 0 0,-1-1 0,1-1 0,-1 0 0,-15 2 0,-43 11 0,54-12 0,-1-1 0,1 0 0,-1-1 0,-24 0 0,38-3 0,-9 0 0,0-1 0,1 2 0,-1 0 0,0 0 0,0 1 0,1 1 0,-1 0 0,1 1 0,-13 5 0,-103 47 0,95-42 0,-49 12 0,73-24 0,-5 2 0,-2-2 0,1 1 0,-18-1 0,-36 6 0,49-5 0,-37 2 0,44-4 0,1-1 0,-1 2 0,0-1 0,1 2 0,-1 0 0,1 0 0,-13 6 0,7 2 0,0 0 0,2 1 0,-1 1 0,1 0 0,1 1 0,-18 22 0,12-15 0,0 0 0,-27 20 0,32-28 0,0 0 0,1 0 0,0 2 0,2 0 0,-1 0 0,-18 30 0,11-8 0,0 1 0,-16 46 0,-50 149 0,37-125 0,11-35 0,28-55 0,2-1 0,0 1 0,-10 26 0,18-41-136,1-1-1,-1 0 1,0 0-1,0 0 1,-1 0-1,1 0 1,0 0-1,-1 0 0,-1 2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2:04.876"/>
    </inkml:context>
    <inkml:brush xml:id="br0">
      <inkml:brushProperty name="width" value="0.35" units="cm"/>
      <inkml:brushProperty name="height" value="0.35" units="cm"/>
      <inkml:brushProperty name="color" value="#FFFFFF"/>
    </inkml:brush>
  </inkml:definitions>
  <inkml:trace contextRef="#ctx0" brushRef="#br0">38 0 24575,'-1'19'0,"-1"-1"0,-1 1 0,-9 35 0,6-36 0,2 1 0,0-1 0,-1 38 0,6 313 0,-1-352 0,2 0 0,5 22 0,-3-22 0,-2 1 0,2 21 0,-6 34 0,3 56 0,-1-127-50,0-1-1,0 0 1,0 0-1,0 0 0,0 0 1,1 0-1,-1 0 1,0 0-1,0 0 1,1 1-1,-1-1 0,1 0 1,-1 0-1,1 0 1,-1 0-1,1-1 1,0 1-1,-1 0 0,1 0 1,0 0-1,0 0 1,-1-1-1,1 1 1,0 0-1,0-1 1,1 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2:06.060"/>
    </inkml:context>
    <inkml:brush xml:id="br0">
      <inkml:brushProperty name="width" value="0.35" units="cm"/>
      <inkml:brushProperty name="height" value="0.35" units="cm"/>
      <inkml:brushProperty name="color" value="#FFFFFF"/>
    </inkml:brush>
  </inkml:definitions>
  <inkml:trace contextRef="#ctx0" brushRef="#br0">80 723 24575,'2'-108'0,"-5"-116"0,-15 132 0,1 24 0,12 54 0,1 0 0,0-1 0,1 0 0,-1-24 0,4 25 0,0 1 0,-1-1 0,-1 1 0,0-1 0,-1 1 0,0 0 0,-6-15 0,5 17-1365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0:36.631"/>
    </inkml:context>
    <inkml:brush xml:id="br0">
      <inkml:brushProperty name="width" value="0.35" units="cm"/>
      <inkml:brushProperty name="height" value="0.35" units="cm"/>
      <inkml:brushProperty name="color" value="#FFFFFF"/>
    </inkml:brush>
  </inkml:definitions>
  <inkml:trace contextRef="#ctx0" brushRef="#br0">58 963 24575,'0'-50'0,"2"19"0,-2 1 0,-2-1 0,-9-56 0,7 68 0,1-1 0,0-25 0,2 25 0,0 0 0,-6-22 0,4 22 0,0-1 0,0-38 0,3 38 0,-1 1 0,-1-1 0,-4-19 0,2 21 0,1 0 0,1-1 0,1 1 0,1 0 0,1-1 0,0 1 0,1 0 0,8-30 0,-8 38 0,-1 0 0,0 0 0,-1-19 0,-1 21 0,1 0 0,1 0 0,-1 0 0,1 1 0,1-1 0,2-10 0,-3 17 0,0 0 0,1 0 0,-1 1 0,0-1 0,0 0 0,1 1 0,-1-1 0,1 1 0,0 0 0,-1-1 0,1 1 0,0 0 0,0 0 0,-1 0 0,1 0 0,0 1 0,0-1 0,0 0 0,0 1 0,0-1 0,0 1 0,0 0 0,4 0 0,7-1 0,0 1 0,22 2 0,-16-1 0,649 3 0,-359-6 0,1919 2 0,-2212 1 0,1 1 0,23 4 0,-23-2 0,0-1 0,22 0 0,1081-4-1365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2:02.391"/>
    </inkml:context>
    <inkml:brush xml:id="br0">
      <inkml:brushProperty name="width" value="0.35" units="cm"/>
      <inkml:brushProperty name="height" value="0.35" units="cm"/>
      <inkml:brushProperty name="color" value="#FFFFFF"/>
    </inkml:brush>
  </inkml:definitions>
  <inkml:trace contextRef="#ctx0" brushRef="#br0">92 1290 24575,'1'-23'0,"-2"1"0,0 0 0,-1-1 0,-2 1 0,-9-35 0,3 29 0,5 13 0,0 0 0,0 0 0,2-1 0,-1 1 0,0-26 0,2 15 0,-8-42 0,4 34 0,-1-8 0,3 26 0,1-1 0,-1-21 0,4 31 0,1 1 0,-1 0 0,1 0 0,0-1 0,0 1 0,1 0 0,0 0 0,0 0 0,5-10 0,13-19 0,-11 19 0,0 0 0,0-1 0,-2 0 0,0-1 0,7-29 0,-13 45 0,-1 0 0,1 0 0,0 1 0,-1-1 0,1 0 0,0 0 0,0 0 0,0 1 0,1-1 0,-1 0 0,0 1 0,1-1 0,-1 1 0,1 0 0,-1-1 0,1 1 0,0 0 0,-1 0 0,1 0 0,0 0 0,3-1 0,4-1 0,1 0 0,-1 1 0,16-2 0,16-5 0,-20 2 0,-1 0 0,1 1 0,0 1 0,1 1 0,-1 0 0,41 0 0,772 6 0,-470-3 0,-341 3 0,0 1 0,44 11 0,-52-10 0,37 4 0,-1-2 0,2-2 0,94-6 0,-45 0 0,4886 2 0,-4966 1 0,39 8 0,-39-5 0,39 1 0,436-5 0,-475 1 0,40 7 0,-39-4 0,39 2 0,2-6 0,-14-1 0,1 2 0,57 9 0,-77-6 0,44 0 0,-48-4 0,0 2 0,41 7 0,-45-6 0,-1 0 0,1-1 0,28-2 0,-27-1 0,1 2 0,35 5 0,4 2 0,1-2 0,118-7 0,-72-1 0,-51 2-69,20-1-299,109 13 1,-103-4 269,151-6 0,-111-4 51,591 2 1094,-692 1-1047,41 7 0,18 1 0,109 5 0,-106-7 0,8 2 0,-36-3 0,0-2 0,90-5 0,-46-1 0,1984 2 0,-2063-2 0,0 0 0,0-1 0,29-9 0,-29 6 0,-1 1 0,1 1 0,32 0 0,-24 4 0,-8 1 0,-1-1 0,1-1 0,45-9 0,-38 5 0,0 1 0,0 2 0,1 1 0,37 4 0,6-1 0,3256-2 0,-3313-1 0,1-1 0,20-5 0,25-1 0,7-2 0,-50 6 0,41-2 0,-20 6 0,-12 1 0,41-5 0,-60 3 0,0-1 0,-1-1 0,0 0 0,1 0 0,-1-1 0,-1 0 0,16-9 0,-6 3 0,-2 0 0,32-23 0,-46 30 0,1 0 0,-1 0 0,0 0 0,0 0 0,0 0 0,0-1 0,-1 0 0,1 1 0,-1-1 0,0 0 0,0 0 0,0 0 0,-1 0 0,2-8 0,-3 11 0,1 0 0,-1 0 0,0 0 0,-1 0 0,1 0 0,0-1 0,0 1 0,0 0 0,-1 0 0,1 0 0,0 0 0,-1 0 0,1 0 0,-1 0 0,0 0 0,1 0 0,-1 0 0,0 0 0,1 0 0,-1 0 0,0 0 0,-1 0 0,-1-2 0,-1 1 0,1 0 0,-1 0 0,1 0 0,-1 1 0,-6-3 0,-4 1 0,1 0 0,-27-2 0,-39-4 0,41 4 0,-47-1 0,-888 8 0,527-3 0,419 0 0,-39-8 0,38 5 0,-38-1 0,28 5 0,1 0 0,0-1 0,-53-9 0,59 6 0,-46-1 0,46 4 0,-48-7 0,32 2 0,0 2 0,-1 2 0,-48 5 0,4-1 0,67-2 0,-14 0 0,-1-1 0,-59-9 0,60 4 0,-64-1 0,-1 1 0,-24-13-300,73 9 50,-1 2-1,-69 0 0,64 5 251,-119-21 0,102 12 0,-17 2-430,-140 5 0,184 5 385,14-2 27,-35-6 0,-35-1 199,-20 11 484,-99-4 482,117-16-1147,77 11 0,0 2 0,-51-2 0,40 5 0,-61-10 0,-21-3 0,87 10 0,0 2 0,-75 4 0,-33-2 0,92-7 0,37 4 0,0 1 0,-23 0 0,-794 2 0,378 2 0,440 0 0,-1 1 0,-23 5 0,23-4 0,0 0 0,-22 1 0,-1012-4-2195,486-1 1336,540 2 1594,-40 7 0,40-3-23,-37 0-1,-365-6-550,469 16-161,9-7 0,-20-2 0,47 2 0,59 1-309,42 1-141,-27-1 450,-8 1 0,3-1-1479,-6 0 54,233 9-539,125-4-791,40 13 2647,112-13 108,-428-4-299,-10-1 17,15 3 539,-124-5-178,-2 0-50,115 4 1788,-180-12-1727,-2 0 1027,1 2 1,0 1-1,39 7 0,-57-6-435,0 1 420,-35-3-556,-58-1-719,-103 0-2486,-255-31 0,-588-84-3113,338 79 4815,665 36 857,-1046-21-1178,854 19 1278,-194 5 2868,208 15-1876,112-8 454,-84-1 1,140-8 304,-44 7-1,45-4-78,-42 1 0,1176-5-7132,-494-1 3254,-350 11 923,-3-1 995,2223-9 9525,-2767-11-10656,-246-16-1616,496 27 3213,-171-8-1072,-126-2-946,33 1 459,14-1 81,37 9 118,-398 4 1154,299 17-12,84-3 42,18-1-7,-142 5 712,109-12-485,-3 0 1100,-1255-10 7371,1519 2-8693,-1 1 0,-23 5 0,23-4 0,0 0 0,-22 0 0,-1084-3-154,1090 2 190,0 1-1,-52 13 1,-3 0 11,7 3-47,59-13 0,-40 7 0,-29 4 0,66-11 0,-1-1 0,1-1 0,-30 0 0,25-4 0,-41 0 0,-81 10 0,84-3 0,36-4 0,-62 12 0,0 6 0,56-14 0,0 1 0,-41 16 0,28-5 0,-85 37 0,-87 38 0,211-88 0,0 0 0,-1-1 0,1-1 0,-1 0 0,-15 2 0,-43 11 0,54-12 0,-1-1 0,1 0 0,-1-1 0,-24 0 0,38-3 0,-9 0 0,0-1 0,1 2 0,-1 0 0,0 0 0,0 1 0,1 1 0,-1 0 0,1 1 0,-13 5 0,-103 47 0,95-42 0,-49 12 0,73-24 0,-5 2 0,-2-2 0,1 1 0,-18-1 0,-36 6 0,49-5 0,-37 2 0,44-4 0,1-1 0,-1 2 0,0-1 0,1 2 0,-1 0 0,1 0 0,-13 6 0,7 2 0,0 0 0,2 1 0,-1 1 0,1 0 0,1 1 0,-18 22 0,12-15 0,0 0 0,-27 20 0,32-28 0,0 0 0,1 0 0,0 2 0,2 0 0,-1 0 0,-18 30 0,11-8 0,0 1 0,-16 46 0,-50 149 0,37-125 0,11-35 0,28-55 0,2-1 0,0 1 0,-10 26 0,18-41-136,1-1-1,-1 0 1,0 0-1,0 0 1,-1 0-1,1 0 1,0 0-1,-1 0 0,-1 2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2:06.060"/>
    </inkml:context>
    <inkml:brush xml:id="br0">
      <inkml:brushProperty name="width" value="0.35" units="cm"/>
      <inkml:brushProperty name="height" value="0.35" units="cm"/>
      <inkml:brushProperty name="color" value="#FFFFFF"/>
    </inkml:brush>
  </inkml:definitions>
  <inkml:trace contextRef="#ctx0" brushRef="#br0">80 723 24575,'2'-108'0,"-5"-116"0,-15 132 0,1 24 0,12 54 0,1 0 0,0-1 0,1 0 0,-1-24 0,4 25 0,0 1 0,-1-1 0,-1 1 0,0-1 0,-1 1 0,0 0 0,-6-15 0,5 17-1365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2:51.262"/>
    </inkml:context>
    <inkml:brush xml:id="br0">
      <inkml:brushProperty name="width" value="0.35" units="cm"/>
      <inkml:brushProperty name="height" value="0.35" units="cm"/>
      <inkml:brushProperty name="color" value="#FFFFFF"/>
    </inkml:brush>
  </inkml:definitions>
  <inkml:trace contextRef="#ctx0" brushRef="#br0">0 1 24575,'1'21'0,"8"41"0,-5-40 0,2 38 0,-5-39 0,7 34 0,1 18 0,0-12 0,-6-47 0,0 1 0,0 23 0,-3-21-1365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0:36.631"/>
    </inkml:context>
    <inkml:brush xml:id="br0">
      <inkml:brushProperty name="width" value="0.35" units="cm"/>
      <inkml:brushProperty name="height" value="0.35" units="cm"/>
      <inkml:brushProperty name="color" value="#FFFFFF"/>
    </inkml:brush>
  </inkml:definitions>
  <inkml:trace contextRef="#ctx0" brushRef="#br0">58 963 24575,'0'-50'0,"2"19"0,-2 1 0,-2-1 0,-9-56 0,7 68 0,1-1 0,0-25 0,2 25 0,0 0 0,-6-22 0,4 22 0,0-1 0,0-38 0,3 38 0,-1 1 0,-1-1 0,-4-19 0,2 21 0,1 0 0,1-1 0,1 1 0,1 0 0,1-1 0,0 1 0,1 0 0,8-30 0,-8 38 0,-1 0 0,0 0 0,-1-19 0,-1 21 0,1 0 0,1 0 0,-1 0 0,1 1 0,1-1 0,2-10 0,-3 17 0,0 0 0,1 0 0,-1 1 0,0-1 0,0 0 0,1 1 0,-1-1 0,1 1 0,0 0 0,-1-1 0,1 1 0,0 0 0,0 0 0,-1 0 0,1 0 0,0 1 0,0-1 0,0 0 0,0 1 0,0-1 0,0 1 0,0 0 0,4 0 0,7-1 0,0 1 0,22 2 0,-16-1 0,649 3 0,-359-6 0,1919 2 0,-2212 1 0,1 1 0,23 4 0,-23-2 0,0-1 0,22 0 0,1081-4-1365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2:02.391"/>
    </inkml:context>
    <inkml:brush xml:id="br0">
      <inkml:brushProperty name="width" value="0.35" units="cm"/>
      <inkml:brushProperty name="height" value="0.35" units="cm"/>
      <inkml:brushProperty name="color" value="#FFFFFF"/>
    </inkml:brush>
  </inkml:definitions>
  <inkml:trace contextRef="#ctx0" brushRef="#br0">92 1290 24575,'1'-23'0,"-2"1"0,0 0 0,-1-1 0,-2 1 0,-9-35 0,3 29 0,5 13 0,0 0 0,0 0 0,2-1 0,-1 1 0,0-26 0,2 15 0,-8-42 0,4 34 0,-1-8 0,3 26 0,1-1 0,-1-21 0,4 31 0,1 1 0,-1 0 0,1 0 0,0-1 0,0 1 0,1 0 0,0 0 0,0 0 0,5-10 0,13-19 0,-11 19 0,0 0 0,0-1 0,-2 0 0,0-1 0,7-29 0,-13 45 0,-1 0 0,1 0 0,0 1 0,-1-1 0,1 0 0,0 0 0,0 0 0,0 1 0,1-1 0,-1 0 0,0 1 0,1-1 0,-1 1 0,1 0 0,-1-1 0,1 1 0,0 0 0,-1 0 0,1 0 0,0 0 0,3-1 0,4-1 0,1 0 0,-1 1 0,16-2 0,16-5 0,-20 2 0,-1 0 0,1 1 0,0 1 0,1 1 0,-1 0 0,41 0 0,772 6 0,-470-3 0,-341 3 0,0 1 0,44 11 0,-52-10 0,37 4 0,-1-2 0,2-2 0,94-6 0,-45 0 0,4886 2 0,-4966 1 0,39 8 0,-39-5 0,39 1 0,436-5 0,-475 1 0,40 7 0,-39-4 0,39 2 0,2-6 0,-14-1 0,1 2 0,57 9 0,-77-6 0,44 0 0,-48-4 0,0 2 0,41 7 0,-45-6 0,-1 0 0,1-1 0,28-2 0,-27-1 0,1 2 0,35 5 0,4 2 0,1-2 0,118-7 0,-72-1 0,-51 2-69,20-1-299,109 13 1,-103-4 269,151-6 0,-111-4 51,591 2 1094,-692 1-1047,41 7 0,18 1 0,109 5 0,-106-7 0,8 2 0,-36-3 0,0-2 0,90-5 0,-46-1 0,1984 2 0,-2063-2 0,0 0 0,0-1 0,29-9 0,-29 6 0,-1 1 0,1 1 0,32 0 0,-24 4 0,-8 1 0,-1-1 0,1-1 0,45-9 0,-38 5 0,0 1 0,0 2 0,1 1 0,37 4 0,6-1 0,3256-2 0,-3313-1 0,1-1 0,20-5 0,25-1 0,7-2 0,-50 6 0,41-2 0,-20 6 0,-12 1 0,41-5 0,-60 3 0,0-1 0,-1-1 0,0 0 0,1 0 0,-1-1 0,-1 0 0,16-9 0,-6 3 0,-2 0 0,32-23 0,-46 30 0,1 0 0,-1 0 0,0 0 0,0 0 0,0 0 0,0-1 0,-1 0 0,1 1 0,-1-1 0,0 0 0,0 0 0,0 0 0,-1 0 0,2-8 0,-3 11 0,1 0 0,-1 0 0,0 0 0,-1 0 0,1 0 0,0-1 0,0 1 0,0 0 0,-1 0 0,1 0 0,0 0 0,-1 0 0,1 0 0,-1 0 0,0 0 0,1 0 0,-1 0 0,0 0 0,1 0 0,-1 0 0,0 0 0,-1 0 0,-1-2 0,-1 1 0,1 0 0,-1 0 0,1 0 0,-1 1 0,-6-3 0,-4 1 0,1 0 0,-27-2 0,-39-4 0,41 4 0,-47-1 0,-888 8 0,527-3 0,419 0 0,-39-8 0,38 5 0,-38-1 0,28 5 0,1 0 0,0-1 0,-53-9 0,59 6 0,-46-1 0,46 4 0,-48-7 0,32 2 0,0 2 0,-1 2 0,-48 5 0,4-1 0,67-2 0,-14 0 0,-1-1 0,-59-9 0,60 4 0,-64-1 0,-1 1 0,-24-13-300,73 9 50,-1 2-1,-69 0 0,64 5 251,-119-21 0,102 12 0,-17 2-430,-140 5 0,184 5 385,14-2 27,-35-6 0,-35-1 199,-20 11 484,-99-4 482,117-16-1147,77 11 0,0 2 0,-51-2 0,40 5 0,-61-10 0,-21-3 0,87 10 0,0 2 0,-75 4 0,-33-2 0,92-7 0,37 4 0,0 1 0,-23 0 0,-794 2 0,378 2 0,440 0 0,-1 1 0,-23 5 0,23-4 0,0 0 0,-22 1 0,-1012-4-2195,486-1 1336,540 2 1594,-40 7 0,40-3-23,-37 0-1,-365-6-550,469 16-161,9-7 0,-20-2 0,47 2 0,59 1-309,42 1-141,-27-1 450,-8 1 0,3-1-1479,-6 0 54,233 9-539,125-4-791,40 13 2647,112-13 108,-428-4-299,-10-1 17,15 3 539,-124-5-178,-2 0-50,115 4 1788,-180-12-1727,-2 0 1027,1 2 1,0 1-1,39 7 0,-57-6-435,0 1 420,-35-3-556,-58-1-719,-103 0-2486,-255-31 0,-588-84-3113,338 79 4815,665 36 857,-1046-21-1178,854 19 1278,-194 5 2868,208 15-1876,112-8 454,-84-1 1,140-8 304,-44 7-1,45-4-78,-42 1 0,1176-5-7132,-494-1 3254,-350 11 923,-3-1 995,2223-9 9525,-2767-11-10656,-246-16-1616,496 27 3213,-171-8-1072,-126-2-946,33 1 459,14-1 81,37 9 118,-398 4 1154,299 17-12,84-3 42,18-1-7,-142 5 712,109-12-485,-3 0 1100,-1255-10 7371,1519 2-8693,-1 1 0,-23 5 0,23-4 0,0 0 0,-22 0 0,-1084-3-154,1090 2 190,0 1-1,-52 13 1,-3 0 11,7 3-47,59-13 0,-40 7 0,-29 4 0,66-11 0,-1-1 0,1-1 0,-30 0 0,25-4 0,-41 0 0,-81 10 0,84-3 0,36-4 0,-62 12 0,0 6 0,56-14 0,0 1 0,-41 16 0,28-5 0,-85 37 0,-87 38 0,211-88 0,0 0 0,-1-1 0,1-1 0,-1 0 0,-15 2 0,-43 11 0,54-12 0,-1-1 0,1 0 0,-1-1 0,-24 0 0,38-3 0,-9 0 0,0-1 0,1 2 0,-1 0 0,0 0 0,0 1 0,1 1 0,-1 0 0,1 1 0,-13 5 0,-103 47 0,95-42 0,-49 12 0,73-24 0,-5 2 0,-2-2 0,1 1 0,-18-1 0,-36 6 0,49-5 0,-37 2 0,44-4 0,1-1 0,-1 2 0,0-1 0,1 2 0,-1 0 0,1 0 0,-13 6 0,7 2 0,0 0 0,2 1 0,-1 1 0,1 0 0,1 1 0,-18 22 0,12-15 0,0 0 0,-27 20 0,32-28 0,0 0 0,1 0 0,0 2 0,2 0 0,-1 0 0,-18 30 0,11-8 0,0 1 0,-16 46 0,-50 149 0,37-125 0,11-35 0,28-55 0,2-1 0,0 1 0,-10 26 0,18-41-136,1-1-1,-1 0 1,0 0-1,0 0 1,-1 0-1,1 0 1,0 0-1,-1 0 0,-1 2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2:06.060"/>
    </inkml:context>
    <inkml:brush xml:id="br0">
      <inkml:brushProperty name="width" value="0.35" units="cm"/>
      <inkml:brushProperty name="height" value="0.35" units="cm"/>
      <inkml:brushProperty name="color" value="#FFFFFF"/>
    </inkml:brush>
  </inkml:definitions>
  <inkml:trace contextRef="#ctx0" brushRef="#br0">80 723 24575,'2'-108'0,"-5"-116"0,-15 132 0,1 24 0,12 54 0,1 0 0,0-1 0,1 0 0,-1-24 0,4 25 0,0 1 0,-1-1 0,-1 1 0,0-1 0,-1 1 0,0 0 0,-6-15 0,5 17-1365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7T21:02:51.262"/>
    </inkml:context>
    <inkml:brush xml:id="br0">
      <inkml:brushProperty name="width" value="0.35" units="cm"/>
      <inkml:brushProperty name="height" value="0.35" units="cm"/>
      <inkml:brushProperty name="color" value="#FFFFFF"/>
    </inkml:brush>
  </inkml:definitions>
  <inkml:trace contextRef="#ctx0" brushRef="#br0">0 1 24575,'1'21'0,"8"41"0,-5-40 0,2 38 0,-5-39 0,7 34 0,1 18 0,0-12 0,-6-47 0,0 1 0,0 23 0,-3-21-1365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fontAlgn="auto">
              <a:spcBef>
                <a:spcPts val="0"/>
              </a:spcBef>
              <a:spcAft>
                <a:spcPts val="0"/>
              </a:spcAft>
              <a:defRPr sz="1300">
                <a:latin typeface="+mn-lt"/>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fontAlgn="auto">
              <a:spcBef>
                <a:spcPts val="0"/>
              </a:spcBef>
              <a:spcAft>
                <a:spcPts val="0"/>
              </a:spcAft>
              <a:defRPr sz="1300">
                <a:latin typeface="+mn-lt"/>
              </a:defRPr>
            </a:lvl1pPr>
          </a:lstStyle>
          <a:p>
            <a:pPr>
              <a:defRPr/>
            </a:pPr>
            <a:fld id="{BA7520D6-A7EB-414F-9D47-66FEF54C4633}" type="datetimeFigureOut">
              <a:rPr lang="en-US"/>
              <a:pPr>
                <a:defRPr/>
              </a:pPr>
              <a:t>10/22/2026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fontAlgn="auto">
              <a:spcBef>
                <a:spcPts val="0"/>
              </a:spcBef>
              <a:spcAft>
                <a:spcPts val="0"/>
              </a:spcAft>
              <a:defRPr sz="1300">
                <a:latin typeface="+mn-lt"/>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fontAlgn="auto">
              <a:spcBef>
                <a:spcPts val="0"/>
              </a:spcBef>
              <a:spcAft>
                <a:spcPts val="0"/>
              </a:spcAft>
              <a:defRPr sz="1300">
                <a:latin typeface="+mn-lt"/>
              </a:defRPr>
            </a:lvl1pPr>
          </a:lstStyle>
          <a:p>
            <a:pPr>
              <a:defRPr/>
            </a:pPr>
            <a:fld id="{DF44F9CC-9114-4469-858A-A3FCAF66374F}" type="slidenum">
              <a:rPr lang="en-US"/>
              <a:pPr>
                <a:defRPr/>
              </a:pPr>
              <a:t>‹#›</a:t>
            </a:fld>
            <a:endParaRPr lang="en-US"/>
          </a:p>
        </p:txBody>
      </p:sp>
    </p:spTree>
    <p:extLst>
      <p:ext uri="{BB962C8B-B14F-4D97-AF65-F5344CB8AC3E}">
        <p14:creationId xmlns:p14="http://schemas.microsoft.com/office/powerpoint/2010/main" val="40939098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DF44F9CC-9114-4469-858A-A3FCAF66374F}" type="slidenum">
              <a:rPr lang="en-US" smtClean="0"/>
              <a:pPr>
                <a:defRPr/>
              </a:pPr>
              <a:t>1</a:t>
            </a:fld>
            <a:endParaRPr lang="en-US"/>
          </a:p>
        </p:txBody>
      </p:sp>
    </p:spTree>
    <p:extLst>
      <p:ext uri="{BB962C8B-B14F-4D97-AF65-F5344CB8AC3E}">
        <p14:creationId xmlns:p14="http://schemas.microsoft.com/office/powerpoint/2010/main" val="52461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DF44F9CC-9114-4469-858A-A3FCAF66374F}" type="slidenum">
              <a:rPr lang="en-US" smtClean="0"/>
              <a:pPr>
                <a:defRPr/>
              </a:pPr>
              <a:t>2</a:t>
            </a:fld>
            <a:endParaRPr lang="en-US"/>
          </a:p>
        </p:txBody>
      </p:sp>
    </p:spTree>
    <p:extLst>
      <p:ext uri="{BB962C8B-B14F-4D97-AF65-F5344CB8AC3E}">
        <p14:creationId xmlns:p14="http://schemas.microsoft.com/office/powerpoint/2010/main" val="3969840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a:t>Briefly describe what you hoped to observe based on your initial hypotheses.</a:t>
            </a:r>
            <a:endParaRPr lang="en-US"/>
          </a:p>
          <a:p>
            <a:endParaRPr lang="en-US"/>
          </a:p>
        </p:txBody>
      </p:sp>
      <p:sp>
        <p:nvSpPr>
          <p:cNvPr id="4" name="Slide Number Placeholder 3"/>
          <p:cNvSpPr>
            <a:spLocks noGrp="1"/>
          </p:cNvSpPr>
          <p:nvPr>
            <p:ph type="sldNum" sz="quarter" idx="5"/>
          </p:nvPr>
        </p:nvSpPr>
        <p:spPr/>
        <p:txBody>
          <a:bodyPr/>
          <a:lstStyle/>
          <a:p>
            <a:pPr>
              <a:defRPr/>
            </a:pPr>
            <a:fld id="{DF44F9CC-9114-4469-858A-A3FCAF66374F}" type="slidenum">
              <a:rPr lang="en-US" smtClean="0"/>
              <a:pPr>
                <a:defRPr/>
              </a:pPr>
              <a:t>3</a:t>
            </a:fld>
            <a:endParaRPr lang="en-US"/>
          </a:p>
        </p:txBody>
      </p:sp>
    </p:spTree>
    <p:extLst>
      <p:ext uri="{BB962C8B-B14F-4D97-AF65-F5344CB8AC3E}">
        <p14:creationId xmlns:p14="http://schemas.microsoft.com/office/powerpoint/2010/main" val="561355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E2D30-56CA-1B03-D8D5-726457568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19491-0F76-1691-FFB5-E972A084A9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5A0833-E7A6-C264-05D5-EFEEA0D9C71C}"/>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a:t>Briefly describe what you hoped to observe based on your initial hypotheses.</a:t>
            </a:r>
            <a:endParaRPr lang="en-US"/>
          </a:p>
          <a:p>
            <a:endParaRPr lang="en-US"/>
          </a:p>
        </p:txBody>
      </p:sp>
      <p:sp>
        <p:nvSpPr>
          <p:cNvPr id="4" name="Slide Number Placeholder 3">
            <a:extLst>
              <a:ext uri="{FF2B5EF4-FFF2-40B4-BE49-F238E27FC236}">
                <a16:creationId xmlns:a16="http://schemas.microsoft.com/office/drawing/2014/main" id="{C4C2029C-5F6D-4175-B52B-02E19A77F196}"/>
              </a:ext>
            </a:extLst>
          </p:cNvPr>
          <p:cNvSpPr>
            <a:spLocks noGrp="1"/>
          </p:cNvSpPr>
          <p:nvPr>
            <p:ph type="sldNum" sz="quarter" idx="5"/>
          </p:nvPr>
        </p:nvSpPr>
        <p:spPr/>
        <p:txBody>
          <a:bodyPr/>
          <a:lstStyle/>
          <a:p>
            <a:pPr>
              <a:defRPr/>
            </a:pPr>
            <a:fld id="{DF44F9CC-9114-4469-858A-A3FCAF66374F}" type="slidenum">
              <a:rPr lang="en-US" smtClean="0"/>
              <a:pPr>
                <a:defRPr/>
              </a:pPr>
              <a:t>13</a:t>
            </a:fld>
            <a:endParaRPr lang="en-US"/>
          </a:p>
        </p:txBody>
      </p:sp>
    </p:spTree>
    <p:extLst>
      <p:ext uri="{BB962C8B-B14F-4D97-AF65-F5344CB8AC3E}">
        <p14:creationId xmlns:p14="http://schemas.microsoft.com/office/powerpoint/2010/main" val="2380455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a:t>Begin with the strengths. Describe successful aspects, include quantitative improvements, and interpret their importance.</a:t>
            </a:r>
            <a:endParaRPr lang="en-US"/>
          </a:p>
          <a:p>
            <a:endParaRPr lang="en-US"/>
          </a:p>
        </p:txBody>
      </p:sp>
      <p:sp>
        <p:nvSpPr>
          <p:cNvPr id="4" name="Slide Number Placeholder 3"/>
          <p:cNvSpPr>
            <a:spLocks noGrp="1"/>
          </p:cNvSpPr>
          <p:nvPr>
            <p:ph type="sldNum" sz="quarter" idx="5"/>
          </p:nvPr>
        </p:nvSpPr>
        <p:spPr/>
        <p:txBody>
          <a:bodyPr/>
          <a:lstStyle/>
          <a:p>
            <a:pPr>
              <a:defRPr/>
            </a:pPr>
            <a:fld id="{DF44F9CC-9114-4469-858A-A3FCAF66374F}" type="slidenum">
              <a:rPr lang="en-US" smtClean="0"/>
              <a:pPr>
                <a:defRPr/>
              </a:pPr>
              <a:t>14</a:t>
            </a:fld>
            <a:endParaRPr lang="en-US"/>
          </a:p>
        </p:txBody>
      </p:sp>
    </p:spTree>
    <p:extLst>
      <p:ext uri="{BB962C8B-B14F-4D97-AF65-F5344CB8AC3E}">
        <p14:creationId xmlns:p14="http://schemas.microsoft.com/office/powerpoint/2010/main" val="3442655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a:t>Wrap up with a reflection on how these findings shape your next steps. Specify which modifications you plan to implement to address the shortcomings or to build on the strengths observed.</a:t>
            </a:r>
            <a:endParaRPr lang="en-US"/>
          </a:p>
          <a:p>
            <a:endParaRPr lang="en-US"/>
          </a:p>
        </p:txBody>
      </p:sp>
      <p:sp>
        <p:nvSpPr>
          <p:cNvPr id="4" name="Slide Number Placeholder 3"/>
          <p:cNvSpPr>
            <a:spLocks noGrp="1"/>
          </p:cNvSpPr>
          <p:nvPr>
            <p:ph type="sldNum" sz="quarter" idx="5"/>
          </p:nvPr>
        </p:nvSpPr>
        <p:spPr/>
        <p:txBody>
          <a:bodyPr/>
          <a:lstStyle/>
          <a:p>
            <a:pPr>
              <a:defRPr/>
            </a:pPr>
            <a:fld id="{DF44F9CC-9114-4469-858A-A3FCAF66374F}" type="slidenum">
              <a:rPr lang="en-US" smtClean="0"/>
              <a:pPr>
                <a:defRPr/>
              </a:pPr>
              <a:t>16</a:t>
            </a:fld>
            <a:endParaRPr lang="en-US"/>
          </a:p>
        </p:txBody>
      </p:sp>
    </p:spTree>
    <p:extLst>
      <p:ext uri="{BB962C8B-B14F-4D97-AF65-F5344CB8AC3E}">
        <p14:creationId xmlns:p14="http://schemas.microsoft.com/office/powerpoint/2010/main" val="2739736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546C6-5DD3-0A3F-5D01-67AF8B8FF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02227-FDD2-AD75-A429-299C9493A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85A8CD-1047-19E1-A06A-FFD22E00A3D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a:t>Wrap up with a reflection on how these findings shape your next steps. Specify which modifications you plan to implement to address the shortcomings or to build on the strengths observed.</a:t>
            </a:r>
            <a:endParaRPr lang="en-US"/>
          </a:p>
          <a:p>
            <a:endParaRPr lang="en-US"/>
          </a:p>
        </p:txBody>
      </p:sp>
      <p:sp>
        <p:nvSpPr>
          <p:cNvPr id="4" name="Slide Number Placeholder 3">
            <a:extLst>
              <a:ext uri="{FF2B5EF4-FFF2-40B4-BE49-F238E27FC236}">
                <a16:creationId xmlns:a16="http://schemas.microsoft.com/office/drawing/2014/main" id="{1BFC8627-0125-8351-71BD-C9D0030AC651}"/>
              </a:ext>
            </a:extLst>
          </p:cNvPr>
          <p:cNvSpPr>
            <a:spLocks noGrp="1"/>
          </p:cNvSpPr>
          <p:nvPr>
            <p:ph type="sldNum" sz="quarter" idx="5"/>
          </p:nvPr>
        </p:nvSpPr>
        <p:spPr/>
        <p:txBody>
          <a:bodyPr/>
          <a:lstStyle/>
          <a:p>
            <a:pPr>
              <a:defRPr/>
            </a:pPr>
            <a:fld id="{DF44F9CC-9114-4469-858A-A3FCAF66374F}" type="slidenum">
              <a:rPr lang="en-US" smtClean="0"/>
              <a:pPr>
                <a:defRPr/>
              </a:pPr>
              <a:t>17</a:t>
            </a:fld>
            <a:endParaRPr lang="en-US"/>
          </a:p>
        </p:txBody>
      </p:sp>
    </p:spTree>
    <p:extLst>
      <p:ext uri="{BB962C8B-B14F-4D97-AF65-F5344CB8AC3E}">
        <p14:creationId xmlns:p14="http://schemas.microsoft.com/office/powerpoint/2010/main" val="5030808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research.cec.sc.edu/wang" TargetMode="External"/><Relationship Id="rId2" Type="http://schemas.openxmlformats.org/officeDocument/2006/relationships/hyperlink" Target="mailto:yiwang@cec.sc.edu" TargetMode="External"/><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research.cec.sc.edu/wang" TargetMode="External"/><Relationship Id="rId2" Type="http://schemas.openxmlformats.org/officeDocument/2006/relationships/hyperlink" Target="mailto:yiwang@cec.sc.edu" TargetMode="External"/><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83E7AE-6A59-CB70-578B-6D269946DC35}"/>
              </a:ext>
            </a:extLst>
          </p:cNvPr>
          <p:cNvPicPr>
            <a:picLocks noChangeAspect="1"/>
          </p:cNvPicPr>
          <p:nvPr userDrawn="1"/>
        </p:nvPicPr>
        <p:blipFill>
          <a:blip r:embed="rId2"/>
          <a:srcRect/>
          <a:stretch/>
        </p:blipFill>
        <p:spPr>
          <a:xfrm>
            <a:off x="4759036" y="4842019"/>
            <a:ext cx="2673927" cy="16739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MSEL Slide">
    <p:spTree>
      <p:nvGrpSpPr>
        <p:cNvPr id="1" name=""/>
        <p:cNvGrpSpPr/>
        <p:nvPr/>
      </p:nvGrpSpPr>
      <p:grpSpPr>
        <a:xfrm>
          <a:off x="0" y="0"/>
          <a:ext cx="0" cy="0"/>
          <a:chOff x="0" y="0"/>
          <a:chExt cx="0" cy="0"/>
        </a:xfrm>
      </p:grpSpPr>
      <p:sp>
        <p:nvSpPr>
          <p:cNvPr id="9" name="Title 1"/>
          <p:cNvSpPr>
            <a:spLocks noGrp="1"/>
          </p:cNvSpPr>
          <p:nvPr>
            <p:ph type="ctrTitle"/>
          </p:nvPr>
        </p:nvSpPr>
        <p:spPr>
          <a:xfrm>
            <a:off x="0" y="34184"/>
            <a:ext cx="12192000" cy="533400"/>
          </a:xfrm>
          <a:prstGeom prst="rect">
            <a:avLst/>
          </a:prstGeom>
        </p:spPr>
        <p:txBody>
          <a:bodyPr/>
          <a:lstStyle>
            <a:lvl1pPr>
              <a:defRPr sz="3200" b="1" baseline="0">
                <a:solidFill>
                  <a:schemeClr val="tx2">
                    <a:lumMod val="75000"/>
                  </a:schemeClr>
                </a:solidFill>
                <a:latin typeface="Arial" pitchFamily="34" charset="0"/>
                <a:cs typeface="Arial" pitchFamily="34" charset="0"/>
              </a:defRPr>
            </a:lvl1pPr>
          </a:lstStyle>
          <a:p>
            <a:r>
              <a:rPr lang="en-US"/>
              <a:t>Click to edit Master title style</a:t>
            </a:r>
          </a:p>
        </p:txBody>
      </p:sp>
      <p:sp>
        <p:nvSpPr>
          <p:cNvPr id="7" name="Slide Number Placeholder 6"/>
          <p:cNvSpPr>
            <a:spLocks noGrp="1" noChangeArrowheads="1"/>
          </p:cNvSpPr>
          <p:nvPr>
            <p:ph type="sldNum" sz="quarter" idx="4"/>
          </p:nvPr>
        </p:nvSpPr>
        <p:spPr>
          <a:xfrm>
            <a:off x="5982899" y="6383400"/>
            <a:ext cx="711200" cy="457200"/>
          </a:xfrm>
          <a:prstGeom prst="rect">
            <a:avLst/>
          </a:prstGeom>
        </p:spPr>
        <p:txBody>
          <a:bodyPr/>
          <a:lstStyle>
            <a:lvl1pPr fontAlgn="auto">
              <a:spcBef>
                <a:spcPts val="0"/>
              </a:spcBef>
              <a:spcAft>
                <a:spcPts val="0"/>
              </a:spcAft>
              <a:defRPr>
                <a:latin typeface="Arial" panose="020B0604020202020204" pitchFamily="34" charset="0"/>
                <a:cs typeface="Arial" panose="020B0604020202020204" pitchFamily="34" charset="0"/>
              </a:defRPr>
            </a:lvl1pPr>
          </a:lstStyle>
          <a:p>
            <a:pPr>
              <a:defRPr/>
            </a:pPr>
            <a:fld id="{65536A9C-6426-45C5-9B4A-30C25CF754AC}" type="slidenum">
              <a:rPr lang="en-US" smtClean="0">
                <a:solidFill>
                  <a:prstClr val="black"/>
                </a:solidFill>
              </a:rPr>
              <a:pPr>
                <a:defRPr/>
              </a:pPr>
              <a:t>‹#›</a:t>
            </a:fld>
            <a:endParaRPr lang="en-US">
              <a:solidFill>
                <a:prstClr val="black"/>
              </a:solidFill>
            </a:endParaRPr>
          </a:p>
        </p:txBody>
      </p:sp>
      <p:cxnSp>
        <p:nvCxnSpPr>
          <p:cNvPr id="11" name="Straight Connector 10"/>
          <p:cNvCxnSpPr>
            <a:cxnSpLocks noChangeShapeType="1"/>
          </p:cNvCxnSpPr>
          <p:nvPr userDrawn="1"/>
        </p:nvCxnSpPr>
        <p:spPr bwMode="auto">
          <a:xfrm>
            <a:off x="0" y="609600"/>
            <a:ext cx="12192000" cy="0"/>
          </a:xfrm>
          <a:prstGeom prst="line">
            <a:avLst/>
          </a:prstGeom>
          <a:noFill/>
          <a:ln w="28575" algn="ctr">
            <a:solidFill>
              <a:schemeClr val="tx1"/>
            </a:solidFill>
            <a:round/>
            <a:headEnd/>
            <a:tailEnd type="none" w="sm" len="lg"/>
          </a:ln>
        </p:spPr>
      </p:cxnSp>
      <p:cxnSp>
        <p:nvCxnSpPr>
          <p:cNvPr id="5" name="Straight Connector 4"/>
          <p:cNvCxnSpPr/>
          <p:nvPr userDrawn="1"/>
        </p:nvCxnSpPr>
        <p:spPr>
          <a:xfrm>
            <a:off x="0" y="6357198"/>
            <a:ext cx="12192000"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D7431D1A-F6F1-4628-99F3-F2DD60F44E84}"/>
              </a:ext>
            </a:extLst>
          </p:cNvPr>
          <p:cNvSpPr>
            <a:spLocks noChangeArrowheads="1"/>
          </p:cNvSpPr>
          <p:nvPr userDrawn="1"/>
        </p:nvSpPr>
        <p:spPr bwMode="auto">
          <a:xfrm>
            <a:off x="0" y="63669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Content Placeholder 2"/>
          <p:cNvSpPr>
            <a:spLocks noGrp="1"/>
          </p:cNvSpPr>
          <p:nvPr>
            <p:ph idx="1"/>
          </p:nvPr>
        </p:nvSpPr>
        <p:spPr>
          <a:xfrm>
            <a:off x="906566" y="842859"/>
            <a:ext cx="10515600" cy="4351338"/>
          </a:xfrm>
        </p:spPr>
        <p:txBody>
          <a:bodyPr/>
          <a:lstStyle>
            <a:lvl1pPr>
              <a:spcBef>
                <a:spcPts val="400"/>
              </a:spcBef>
              <a:defRPr/>
            </a:lvl1pPr>
            <a:lvl2pPr>
              <a:spcBef>
                <a:spcPts val="400"/>
              </a:spcBef>
              <a:defRPr/>
            </a:lvl2pPr>
            <a:lvl3pPr>
              <a:spcBef>
                <a:spcPts val="400"/>
              </a:spcBef>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12" name="Footer Text"/>
          <p:cNvSpPr txBox="1"/>
          <p:nvPr/>
        </p:nvSpPr>
        <p:spPr>
          <a:xfrm>
            <a:off x="6858000" y="6426200"/>
            <a:ext cx="4876800" cy="254000"/>
          </a:xfrm>
          <a:prstGeom prst="rect">
            <a:avLst/>
          </a:prstGeom>
          <a:noFill/>
        </p:spPr>
        <p:txBody>
          <a:bodyPr wrap="square" lIns="0" tIns="0" rIns="0" bIns="0" anchor="ctr"/>
          <a:lstStyle/>
          <a:p>
            <a:pPr algn="r">
              <a:buNone/>
            </a:pPr>
            <a:r>
              <a:rPr lang="en-US" sz="1000">
                <a:solidFill>
                  <a:srgbClr val="767676"/>
                </a:solidFill>
              </a:rPr>
              <a:t>Department of Mechanical Engineering  |  University of South Carolina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iMSEL Slide">
    <p:spTree>
      <p:nvGrpSpPr>
        <p:cNvPr id="1" name=""/>
        <p:cNvGrpSpPr/>
        <p:nvPr/>
      </p:nvGrpSpPr>
      <p:grpSpPr>
        <a:xfrm>
          <a:off x="0" y="0"/>
          <a:ext cx="0" cy="0"/>
          <a:chOff x="0" y="0"/>
          <a:chExt cx="0" cy="0"/>
        </a:xfrm>
      </p:grpSpPr>
      <p:sp>
        <p:nvSpPr>
          <p:cNvPr id="9" name="Title 1"/>
          <p:cNvSpPr>
            <a:spLocks noGrp="1"/>
          </p:cNvSpPr>
          <p:nvPr>
            <p:ph type="ctrTitle"/>
          </p:nvPr>
        </p:nvSpPr>
        <p:spPr>
          <a:xfrm>
            <a:off x="0" y="34184"/>
            <a:ext cx="12192000" cy="533400"/>
          </a:xfrm>
          <a:prstGeom prst="rect">
            <a:avLst/>
          </a:prstGeom>
        </p:spPr>
        <p:txBody>
          <a:bodyPr/>
          <a:lstStyle>
            <a:lvl1pPr>
              <a:defRPr sz="3200" b="1" baseline="0">
                <a:solidFill>
                  <a:schemeClr val="tx2">
                    <a:lumMod val="75000"/>
                  </a:schemeClr>
                </a:solidFill>
                <a:latin typeface="Arial" pitchFamily="34" charset="0"/>
                <a:cs typeface="Arial" pitchFamily="34" charset="0"/>
              </a:defRPr>
            </a:lvl1pPr>
          </a:lstStyle>
          <a:p>
            <a:r>
              <a:rPr lang="en-US"/>
              <a:t>Click to edit Master title style</a:t>
            </a:r>
          </a:p>
        </p:txBody>
      </p:sp>
      <p:sp>
        <p:nvSpPr>
          <p:cNvPr id="7" name="Slide Number Placeholder 6"/>
          <p:cNvSpPr>
            <a:spLocks noGrp="1" noChangeArrowheads="1"/>
          </p:cNvSpPr>
          <p:nvPr>
            <p:ph type="sldNum" sz="quarter" idx="4"/>
          </p:nvPr>
        </p:nvSpPr>
        <p:spPr>
          <a:xfrm>
            <a:off x="5982899" y="6383400"/>
            <a:ext cx="711200" cy="457200"/>
          </a:xfrm>
          <a:prstGeom prst="rect">
            <a:avLst/>
          </a:prstGeom>
        </p:spPr>
        <p:txBody>
          <a:bodyPr/>
          <a:lstStyle>
            <a:lvl1pPr fontAlgn="auto">
              <a:spcBef>
                <a:spcPts val="0"/>
              </a:spcBef>
              <a:spcAft>
                <a:spcPts val="0"/>
              </a:spcAft>
              <a:defRPr>
                <a:latin typeface="Arial" panose="020B0604020202020204" pitchFamily="34" charset="0"/>
                <a:cs typeface="Arial" panose="020B0604020202020204" pitchFamily="34" charset="0"/>
              </a:defRPr>
            </a:lvl1pPr>
          </a:lstStyle>
          <a:p>
            <a:pPr>
              <a:defRPr/>
            </a:pPr>
            <a:fld id="{65536A9C-6426-45C5-9B4A-30C25CF754AC}" type="slidenum">
              <a:rPr lang="en-US" smtClean="0">
                <a:solidFill>
                  <a:prstClr val="black"/>
                </a:solidFill>
              </a:rPr>
              <a:pPr>
                <a:defRPr/>
              </a:pPr>
              <a:t>‹#›</a:t>
            </a:fld>
            <a:endParaRPr lang="en-US">
              <a:solidFill>
                <a:prstClr val="black"/>
              </a:solidFill>
            </a:endParaRPr>
          </a:p>
        </p:txBody>
      </p:sp>
      <p:cxnSp>
        <p:nvCxnSpPr>
          <p:cNvPr id="11" name="Straight Connector 10"/>
          <p:cNvCxnSpPr>
            <a:cxnSpLocks noChangeShapeType="1"/>
          </p:cNvCxnSpPr>
          <p:nvPr userDrawn="1"/>
        </p:nvCxnSpPr>
        <p:spPr bwMode="auto">
          <a:xfrm>
            <a:off x="0" y="609600"/>
            <a:ext cx="12192000" cy="0"/>
          </a:xfrm>
          <a:prstGeom prst="line">
            <a:avLst/>
          </a:prstGeom>
          <a:noFill/>
          <a:ln w="28575" algn="ctr">
            <a:solidFill>
              <a:schemeClr val="tx1"/>
            </a:solidFill>
            <a:round/>
            <a:headEnd/>
            <a:tailEnd type="none" w="sm" len="lg"/>
          </a:ln>
        </p:spPr>
      </p:cxnSp>
      <p:cxnSp>
        <p:nvCxnSpPr>
          <p:cNvPr id="5" name="Straight Connector 4"/>
          <p:cNvCxnSpPr/>
          <p:nvPr userDrawn="1"/>
        </p:nvCxnSpPr>
        <p:spPr>
          <a:xfrm>
            <a:off x="0" y="6357198"/>
            <a:ext cx="12192000"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D7431D1A-F6F1-4628-99F3-F2DD60F44E84}"/>
              </a:ext>
            </a:extLst>
          </p:cNvPr>
          <p:cNvSpPr>
            <a:spLocks noChangeArrowheads="1"/>
          </p:cNvSpPr>
          <p:nvPr userDrawn="1"/>
        </p:nvSpPr>
        <p:spPr bwMode="auto">
          <a:xfrm>
            <a:off x="0" y="63669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Title 2">
            <a:extLst>
              <a:ext uri="{FF2B5EF4-FFF2-40B4-BE49-F238E27FC236}">
                <a16:creationId xmlns:a16="http://schemas.microsoft.com/office/drawing/2014/main" id="{DC9D8D86-D5DF-3751-DAB5-92B581F97572}"/>
              </a:ext>
            </a:extLst>
          </p:cNvPr>
          <p:cNvSpPr txBox="1">
            <a:spLocks/>
          </p:cNvSpPr>
          <p:nvPr userDrawn="1"/>
        </p:nvSpPr>
        <p:spPr bwMode="auto">
          <a:xfrm>
            <a:off x="1043380" y="5844078"/>
            <a:ext cx="77724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kern="1200" baseline="0">
                <a:solidFill>
                  <a:schemeClr val="tx2">
                    <a:lumMod val="75000"/>
                  </a:schemeClr>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sz="3000" i="1"/>
              <a:t>Thank You for Your Attention !</a:t>
            </a:r>
          </a:p>
        </p:txBody>
      </p:sp>
      <p:sp>
        <p:nvSpPr>
          <p:cNvPr id="14" name="Text Box 8">
            <a:extLst>
              <a:ext uri="{FF2B5EF4-FFF2-40B4-BE49-F238E27FC236}">
                <a16:creationId xmlns:a16="http://schemas.microsoft.com/office/drawing/2014/main" id="{E11F9D73-3FAB-FA1A-40E6-3CA0B33DEE22}"/>
              </a:ext>
            </a:extLst>
          </p:cNvPr>
          <p:cNvSpPr txBox="1">
            <a:spLocks noChangeArrowheads="1"/>
          </p:cNvSpPr>
          <p:nvPr userDrawn="1"/>
        </p:nvSpPr>
        <p:spPr bwMode="auto">
          <a:xfrm>
            <a:off x="8058441" y="5114852"/>
            <a:ext cx="3842510" cy="1200329"/>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0" bIns="45720">
            <a:spAutoFit/>
          </a:bodyPr>
          <a:lstStyle>
            <a:lvl1pPr marL="117475" indent="-117475" eaLnBrk="0" hangingPunct="0">
              <a:tabLst>
                <a:tab pos="569913" algn="l"/>
                <a:tab pos="1711325" algn="l"/>
                <a:tab pos="2173288" algn="l"/>
              </a:tabLst>
              <a:defRPr sz="2400">
                <a:solidFill>
                  <a:schemeClr val="tx1"/>
                </a:solidFill>
                <a:latin typeface="Times New Roman" panose="02020603050405020304" pitchFamily="18" charset="0"/>
              </a:defRPr>
            </a:lvl1pPr>
            <a:lvl2pPr marL="742950" indent="-285750" eaLnBrk="0" hangingPunct="0">
              <a:tabLst>
                <a:tab pos="569913" algn="l"/>
                <a:tab pos="1711325" algn="l"/>
                <a:tab pos="2173288" algn="l"/>
              </a:tabLst>
              <a:defRPr sz="2400">
                <a:solidFill>
                  <a:schemeClr val="tx1"/>
                </a:solidFill>
                <a:latin typeface="Times New Roman" panose="02020603050405020304" pitchFamily="18" charset="0"/>
              </a:defRPr>
            </a:lvl2pPr>
            <a:lvl3pPr marL="1143000" indent="-228600" eaLnBrk="0" hangingPunct="0">
              <a:tabLst>
                <a:tab pos="569913" algn="l"/>
                <a:tab pos="1711325" algn="l"/>
                <a:tab pos="2173288" algn="l"/>
              </a:tabLst>
              <a:defRPr sz="2400">
                <a:solidFill>
                  <a:schemeClr val="tx1"/>
                </a:solidFill>
                <a:latin typeface="Times New Roman" panose="02020603050405020304" pitchFamily="18" charset="0"/>
              </a:defRPr>
            </a:lvl3pPr>
            <a:lvl4pPr marL="1600200" indent="-228600" eaLnBrk="0" hangingPunct="0">
              <a:tabLst>
                <a:tab pos="569913" algn="l"/>
                <a:tab pos="1711325" algn="l"/>
                <a:tab pos="2173288" algn="l"/>
              </a:tabLst>
              <a:defRPr sz="2400">
                <a:solidFill>
                  <a:schemeClr val="tx1"/>
                </a:solidFill>
                <a:latin typeface="Times New Roman" panose="02020603050405020304" pitchFamily="18" charset="0"/>
              </a:defRPr>
            </a:lvl4pPr>
            <a:lvl5pPr marL="2057400" indent="-228600" eaLnBrk="0" hangingPunct="0">
              <a:tabLst>
                <a:tab pos="569913" algn="l"/>
                <a:tab pos="1711325" algn="l"/>
                <a:tab pos="2173288"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569913" algn="l"/>
                <a:tab pos="1711325" algn="l"/>
                <a:tab pos="2173288"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569913" algn="l"/>
                <a:tab pos="1711325" algn="l"/>
                <a:tab pos="2173288"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569913" algn="l"/>
                <a:tab pos="1711325" algn="l"/>
                <a:tab pos="2173288"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569913" algn="l"/>
                <a:tab pos="1711325" algn="l"/>
                <a:tab pos="2173288" algn="l"/>
              </a:tabLst>
              <a:defRPr sz="2400">
                <a:solidFill>
                  <a:schemeClr val="tx1"/>
                </a:solidFill>
                <a:latin typeface="Times New Roman" panose="02020603050405020304" pitchFamily="18" charset="0"/>
              </a:defRPr>
            </a:lvl9pPr>
          </a:lstStyle>
          <a:p>
            <a:r>
              <a:rPr lang="en-US" altLang="en-US" sz="1200" b="1">
                <a:latin typeface="+mn-lt"/>
              </a:rPr>
              <a:t>University of South Carolina</a:t>
            </a:r>
          </a:p>
          <a:p>
            <a:r>
              <a:rPr lang="en-US" altLang="en-US" sz="1200" b="1">
                <a:latin typeface="+mn-lt"/>
              </a:rPr>
              <a:t>Department of Mechanical Engineering </a:t>
            </a:r>
          </a:p>
          <a:p>
            <a:r>
              <a:rPr lang="en-US" altLang="en-US" sz="1200">
                <a:latin typeface="+mn-lt"/>
              </a:rPr>
              <a:t>Name: ????</a:t>
            </a:r>
          </a:p>
          <a:p>
            <a:r>
              <a:rPr lang="en-US" altLang="en-US" sz="1200">
                <a:latin typeface="+mn-lt"/>
              </a:rPr>
              <a:t>Phone: 	(803) ???-???</a:t>
            </a:r>
          </a:p>
          <a:p>
            <a:r>
              <a:rPr lang="en-US" altLang="en-US" sz="1200">
                <a:latin typeface="+mn-lt"/>
              </a:rPr>
              <a:t>Email:  	???</a:t>
            </a:r>
            <a:r>
              <a:rPr lang="en-US" altLang="en-US" sz="1200">
                <a:latin typeface="+mn-lt"/>
                <a:hlinkClick r:id="rId2"/>
              </a:rPr>
              <a:t>@cec.sc.edu</a:t>
            </a:r>
            <a:endParaRPr lang="en-US" altLang="en-US" sz="1200">
              <a:latin typeface="+mn-lt"/>
            </a:endParaRPr>
          </a:p>
          <a:p>
            <a:r>
              <a:rPr lang="en-US" altLang="en-US" sz="1200">
                <a:latin typeface="+mn-lt"/>
              </a:rPr>
              <a:t>Web: </a:t>
            </a:r>
            <a:r>
              <a:rPr lang="en-US" altLang="en-US" sz="1200">
                <a:latin typeface="+mn-lt"/>
                <a:hlinkClick r:id="rId3"/>
              </a:rPr>
              <a:t>https://research.cec.sc.edu/wang</a:t>
            </a:r>
            <a:r>
              <a:rPr lang="en-US" altLang="en-US" sz="1200">
                <a:latin typeface="+mn-lt"/>
              </a:rPr>
              <a:t> </a:t>
            </a:r>
          </a:p>
        </p:txBody>
      </p:sp>
      <p:pic>
        <p:nvPicPr>
          <p:cNvPr id="903" name="USC Logo"/>
          <p:cNvPicPr>
            <a:picLocks noChangeAspect="1"/>
          </p:cNvPicPr>
          <p:nvPr/>
        </p:nvPicPr>
        <p:blipFill>
          <a:blip r:embed="rId4"/>
          <a:stretch>
            <a:fillRect/>
          </a:stretch>
        </p:blipFill>
        <p:spPr>
          <a:xfrm>
            <a:off x="457200" y="6324600"/>
            <a:ext cx="609600" cy="381000"/>
          </a:xfrm>
          <a:prstGeom prst="rect">
            <a:avLst/>
          </a:prstGeom>
        </p:spPr>
      </p:pic>
      <p:sp>
        <p:nvSpPr>
          <p:cNvPr id="913" name="Footer Text"/>
          <p:cNvSpPr txBox="1"/>
          <p:nvPr/>
        </p:nvSpPr>
        <p:spPr>
          <a:xfrm>
            <a:off x="6858000" y="6426200"/>
            <a:ext cx="4876800" cy="254000"/>
          </a:xfrm>
          <a:prstGeom prst="rect">
            <a:avLst/>
          </a:prstGeom>
          <a:noFill/>
        </p:spPr>
        <p:txBody>
          <a:bodyPr wrap="square" lIns="0" tIns="0" rIns="0" bIns="0" anchor="ctr"/>
          <a:lstStyle/>
          <a:p>
            <a:pPr algn="r">
              <a:buNone/>
            </a:pPr>
            <a:r>
              <a:rPr lang="en-US" sz="1000">
                <a:solidFill>
                  <a:srgbClr val="767676"/>
                </a:solidFill>
              </a:rPr>
              <a:t>Department of Mechanical Engineering  |  University of South Carolina</a:t>
            </a:r>
          </a:p>
        </p:txBody>
      </p:sp>
    </p:spTree>
    <p:extLst>
      <p:ext uri="{BB962C8B-B14F-4D97-AF65-F5344CB8AC3E}">
        <p14:creationId xmlns:p14="http://schemas.microsoft.com/office/powerpoint/2010/main" val="7364198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iMSEL Slide">
    <p:spTree>
      <p:nvGrpSpPr>
        <p:cNvPr id="1" name=""/>
        <p:cNvGrpSpPr/>
        <p:nvPr/>
      </p:nvGrpSpPr>
      <p:grpSpPr>
        <a:xfrm>
          <a:off x="0" y="0"/>
          <a:ext cx="0" cy="0"/>
          <a:chOff x="0" y="0"/>
          <a:chExt cx="0" cy="0"/>
        </a:xfrm>
      </p:grpSpPr>
      <p:sp>
        <p:nvSpPr>
          <p:cNvPr id="9" name="Title 1"/>
          <p:cNvSpPr>
            <a:spLocks noGrp="1"/>
          </p:cNvSpPr>
          <p:nvPr>
            <p:ph type="ctrTitle"/>
          </p:nvPr>
        </p:nvSpPr>
        <p:spPr>
          <a:xfrm>
            <a:off x="0" y="34184"/>
            <a:ext cx="12192000" cy="533400"/>
          </a:xfrm>
          <a:prstGeom prst="rect">
            <a:avLst/>
          </a:prstGeom>
        </p:spPr>
        <p:txBody>
          <a:bodyPr/>
          <a:lstStyle>
            <a:lvl1pPr>
              <a:defRPr sz="3200" b="1" baseline="0">
                <a:solidFill>
                  <a:schemeClr val="tx2">
                    <a:lumMod val="75000"/>
                  </a:schemeClr>
                </a:solidFill>
                <a:latin typeface="Arial" pitchFamily="34" charset="0"/>
                <a:cs typeface="Arial" pitchFamily="34" charset="0"/>
              </a:defRPr>
            </a:lvl1pPr>
          </a:lstStyle>
          <a:p>
            <a:r>
              <a:rPr lang="en-US"/>
              <a:t>Click to edit Master title style</a:t>
            </a:r>
          </a:p>
        </p:txBody>
      </p:sp>
      <p:sp>
        <p:nvSpPr>
          <p:cNvPr id="7" name="Slide Number Placeholder 6"/>
          <p:cNvSpPr>
            <a:spLocks noGrp="1" noChangeArrowheads="1"/>
          </p:cNvSpPr>
          <p:nvPr>
            <p:ph type="sldNum" sz="quarter" idx="4"/>
          </p:nvPr>
        </p:nvSpPr>
        <p:spPr>
          <a:xfrm>
            <a:off x="5982899" y="6383400"/>
            <a:ext cx="711200" cy="457200"/>
          </a:xfrm>
          <a:prstGeom prst="rect">
            <a:avLst/>
          </a:prstGeom>
        </p:spPr>
        <p:txBody>
          <a:bodyPr/>
          <a:lstStyle>
            <a:lvl1pPr fontAlgn="auto">
              <a:spcBef>
                <a:spcPts val="0"/>
              </a:spcBef>
              <a:spcAft>
                <a:spcPts val="0"/>
              </a:spcAft>
              <a:defRPr>
                <a:latin typeface="Arial" panose="020B0604020202020204" pitchFamily="34" charset="0"/>
                <a:cs typeface="Arial" panose="020B0604020202020204" pitchFamily="34" charset="0"/>
              </a:defRPr>
            </a:lvl1pPr>
          </a:lstStyle>
          <a:p>
            <a:pPr>
              <a:defRPr/>
            </a:pPr>
            <a:fld id="{65536A9C-6426-45C5-9B4A-30C25CF754AC}" type="slidenum">
              <a:rPr lang="en-US" smtClean="0">
                <a:solidFill>
                  <a:prstClr val="black"/>
                </a:solidFill>
              </a:rPr>
              <a:pPr>
                <a:defRPr/>
              </a:pPr>
              <a:t>‹#›</a:t>
            </a:fld>
            <a:endParaRPr lang="en-US">
              <a:solidFill>
                <a:prstClr val="black"/>
              </a:solidFill>
            </a:endParaRPr>
          </a:p>
        </p:txBody>
      </p:sp>
      <p:cxnSp>
        <p:nvCxnSpPr>
          <p:cNvPr id="11" name="Straight Connector 10"/>
          <p:cNvCxnSpPr>
            <a:cxnSpLocks noChangeShapeType="1"/>
          </p:cNvCxnSpPr>
          <p:nvPr userDrawn="1"/>
        </p:nvCxnSpPr>
        <p:spPr bwMode="auto">
          <a:xfrm>
            <a:off x="0" y="609600"/>
            <a:ext cx="12192000" cy="0"/>
          </a:xfrm>
          <a:prstGeom prst="line">
            <a:avLst/>
          </a:prstGeom>
          <a:noFill/>
          <a:ln w="28575" algn="ctr">
            <a:solidFill>
              <a:schemeClr val="tx1"/>
            </a:solidFill>
            <a:round/>
            <a:headEnd/>
            <a:tailEnd type="none" w="sm" len="lg"/>
          </a:ln>
        </p:spPr>
      </p:cxnSp>
      <p:cxnSp>
        <p:nvCxnSpPr>
          <p:cNvPr id="5" name="Straight Connector 4"/>
          <p:cNvCxnSpPr/>
          <p:nvPr userDrawn="1"/>
        </p:nvCxnSpPr>
        <p:spPr>
          <a:xfrm>
            <a:off x="0" y="6357198"/>
            <a:ext cx="12192000"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D7431D1A-F6F1-4628-99F3-F2DD60F44E84}"/>
              </a:ext>
            </a:extLst>
          </p:cNvPr>
          <p:cNvSpPr>
            <a:spLocks noChangeArrowheads="1"/>
          </p:cNvSpPr>
          <p:nvPr userDrawn="1"/>
        </p:nvSpPr>
        <p:spPr bwMode="auto">
          <a:xfrm>
            <a:off x="0" y="63669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Title 2">
            <a:extLst>
              <a:ext uri="{FF2B5EF4-FFF2-40B4-BE49-F238E27FC236}">
                <a16:creationId xmlns:a16="http://schemas.microsoft.com/office/drawing/2014/main" id="{B2D2DE0F-BD14-4326-D8DA-6CB8EA821C85}"/>
              </a:ext>
            </a:extLst>
          </p:cNvPr>
          <p:cNvSpPr txBox="1">
            <a:spLocks/>
          </p:cNvSpPr>
          <p:nvPr userDrawn="1"/>
        </p:nvSpPr>
        <p:spPr bwMode="auto">
          <a:xfrm>
            <a:off x="1014587" y="5773245"/>
            <a:ext cx="77724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kern="1200" baseline="0">
                <a:solidFill>
                  <a:schemeClr val="tx2">
                    <a:lumMod val="75000"/>
                  </a:schemeClr>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sz="3000" i="1"/>
              <a:t>Thank You for Your Attention !</a:t>
            </a:r>
          </a:p>
        </p:txBody>
      </p:sp>
      <p:sp>
        <p:nvSpPr>
          <p:cNvPr id="6" name="Text Box 8">
            <a:extLst>
              <a:ext uri="{FF2B5EF4-FFF2-40B4-BE49-F238E27FC236}">
                <a16:creationId xmlns:a16="http://schemas.microsoft.com/office/drawing/2014/main" id="{F0093D98-D313-1C83-0172-195630FD8824}"/>
              </a:ext>
            </a:extLst>
          </p:cNvPr>
          <p:cNvSpPr txBox="1">
            <a:spLocks noChangeArrowheads="1"/>
          </p:cNvSpPr>
          <p:nvPr userDrawn="1"/>
        </p:nvSpPr>
        <p:spPr bwMode="auto">
          <a:xfrm>
            <a:off x="8223443" y="5107977"/>
            <a:ext cx="3842510" cy="1200329"/>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0" bIns="45720">
            <a:spAutoFit/>
          </a:bodyPr>
          <a:lstStyle>
            <a:lvl1pPr marL="117475" indent="-117475" eaLnBrk="0" hangingPunct="0">
              <a:tabLst>
                <a:tab pos="569913" algn="l"/>
                <a:tab pos="1711325" algn="l"/>
                <a:tab pos="2173288" algn="l"/>
              </a:tabLst>
              <a:defRPr sz="2400">
                <a:solidFill>
                  <a:schemeClr val="tx1"/>
                </a:solidFill>
                <a:latin typeface="Times New Roman" panose="02020603050405020304" pitchFamily="18" charset="0"/>
              </a:defRPr>
            </a:lvl1pPr>
            <a:lvl2pPr marL="742950" indent="-285750" eaLnBrk="0" hangingPunct="0">
              <a:tabLst>
                <a:tab pos="569913" algn="l"/>
                <a:tab pos="1711325" algn="l"/>
                <a:tab pos="2173288" algn="l"/>
              </a:tabLst>
              <a:defRPr sz="2400">
                <a:solidFill>
                  <a:schemeClr val="tx1"/>
                </a:solidFill>
                <a:latin typeface="Times New Roman" panose="02020603050405020304" pitchFamily="18" charset="0"/>
              </a:defRPr>
            </a:lvl2pPr>
            <a:lvl3pPr marL="1143000" indent="-228600" eaLnBrk="0" hangingPunct="0">
              <a:tabLst>
                <a:tab pos="569913" algn="l"/>
                <a:tab pos="1711325" algn="l"/>
                <a:tab pos="2173288" algn="l"/>
              </a:tabLst>
              <a:defRPr sz="2400">
                <a:solidFill>
                  <a:schemeClr val="tx1"/>
                </a:solidFill>
                <a:latin typeface="Times New Roman" panose="02020603050405020304" pitchFamily="18" charset="0"/>
              </a:defRPr>
            </a:lvl3pPr>
            <a:lvl4pPr marL="1600200" indent="-228600" eaLnBrk="0" hangingPunct="0">
              <a:tabLst>
                <a:tab pos="569913" algn="l"/>
                <a:tab pos="1711325" algn="l"/>
                <a:tab pos="2173288" algn="l"/>
              </a:tabLst>
              <a:defRPr sz="2400">
                <a:solidFill>
                  <a:schemeClr val="tx1"/>
                </a:solidFill>
                <a:latin typeface="Times New Roman" panose="02020603050405020304" pitchFamily="18" charset="0"/>
              </a:defRPr>
            </a:lvl4pPr>
            <a:lvl5pPr marL="2057400" indent="-228600" eaLnBrk="0" hangingPunct="0">
              <a:tabLst>
                <a:tab pos="569913" algn="l"/>
                <a:tab pos="1711325" algn="l"/>
                <a:tab pos="2173288"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569913" algn="l"/>
                <a:tab pos="1711325" algn="l"/>
                <a:tab pos="2173288"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569913" algn="l"/>
                <a:tab pos="1711325" algn="l"/>
                <a:tab pos="2173288"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569913" algn="l"/>
                <a:tab pos="1711325" algn="l"/>
                <a:tab pos="2173288"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569913" algn="l"/>
                <a:tab pos="1711325" algn="l"/>
                <a:tab pos="2173288" algn="l"/>
              </a:tabLst>
              <a:defRPr sz="2400">
                <a:solidFill>
                  <a:schemeClr val="tx1"/>
                </a:solidFill>
                <a:latin typeface="Times New Roman" panose="02020603050405020304" pitchFamily="18" charset="0"/>
              </a:defRPr>
            </a:lvl9pPr>
          </a:lstStyle>
          <a:p>
            <a:r>
              <a:rPr lang="en-US" altLang="en-US" sz="1200" b="1">
                <a:latin typeface="+mn-lt"/>
              </a:rPr>
              <a:t>University of South Carolina</a:t>
            </a:r>
          </a:p>
          <a:p>
            <a:r>
              <a:rPr lang="en-US" altLang="en-US" sz="1200" b="1">
                <a:latin typeface="+mn-lt"/>
              </a:rPr>
              <a:t>Department of Mechanical Engineering </a:t>
            </a:r>
          </a:p>
          <a:p>
            <a:r>
              <a:rPr lang="en-US" altLang="en-US" sz="1200">
                <a:latin typeface="+mn-lt"/>
              </a:rPr>
              <a:t>Name: ????</a:t>
            </a:r>
          </a:p>
          <a:p>
            <a:r>
              <a:rPr lang="en-US" altLang="en-US" sz="1200">
                <a:latin typeface="+mn-lt"/>
              </a:rPr>
              <a:t>Phone: 	(803) ???-???</a:t>
            </a:r>
          </a:p>
          <a:p>
            <a:r>
              <a:rPr lang="en-US" altLang="en-US" sz="1200">
                <a:latin typeface="+mn-lt"/>
              </a:rPr>
              <a:t>Email:  	???</a:t>
            </a:r>
            <a:r>
              <a:rPr lang="en-US" altLang="en-US" sz="1200">
                <a:latin typeface="+mn-lt"/>
                <a:hlinkClick r:id="rId2"/>
              </a:rPr>
              <a:t>@cec.sc.edu</a:t>
            </a:r>
            <a:endParaRPr lang="en-US" altLang="en-US" sz="1200">
              <a:latin typeface="+mn-lt"/>
            </a:endParaRPr>
          </a:p>
          <a:p>
            <a:r>
              <a:rPr lang="en-US" altLang="en-US" sz="1200">
                <a:latin typeface="+mn-lt"/>
              </a:rPr>
              <a:t>Web: </a:t>
            </a:r>
            <a:r>
              <a:rPr lang="en-US" altLang="en-US" sz="1200">
                <a:latin typeface="+mn-lt"/>
                <a:hlinkClick r:id="rId3"/>
              </a:rPr>
              <a:t>https://research.cec.sc.edu/wang</a:t>
            </a:r>
            <a:r>
              <a:rPr lang="en-US" altLang="en-US" sz="1200">
                <a:latin typeface="+mn-lt"/>
              </a:rPr>
              <a:t> </a:t>
            </a:r>
          </a:p>
        </p:txBody>
      </p:sp>
      <p:pic>
        <p:nvPicPr>
          <p:cNvPr id="904" name="USC Logo"/>
          <p:cNvPicPr>
            <a:picLocks noChangeAspect="1"/>
          </p:cNvPicPr>
          <p:nvPr/>
        </p:nvPicPr>
        <p:blipFill>
          <a:blip r:embed="rId4"/>
          <a:stretch>
            <a:fillRect/>
          </a:stretch>
        </p:blipFill>
        <p:spPr>
          <a:xfrm>
            <a:off x="457200" y="6324600"/>
            <a:ext cx="609600" cy="381000"/>
          </a:xfrm>
          <a:prstGeom prst="rect">
            <a:avLst/>
          </a:prstGeom>
        </p:spPr>
      </p:pic>
      <p:sp>
        <p:nvSpPr>
          <p:cNvPr id="914" name="Footer Text"/>
          <p:cNvSpPr txBox="1"/>
          <p:nvPr/>
        </p:nvSpPr>
        <p:spPr>
          <a:xfrm>
            <a:off x="6858000" y="6426200"/>
            <a:ext cx="4876800" cy="254000"/>
          </a:xfrm>
          <a:prstGeom prst="rect">
            <a:avLst/>
          </a:prstGeom>
          <a:noFill/>
        </p:spPr>
        <p:txBody>
          <a:bodyPr wrap="square" lIns="0" tIns="0" rIns="0" bIns="0" anchor="ctr"/>
          <a:lstStyle/>
          <a:p>
            <a:pPr algn="r">
              <a:buNone/>
            </a:pPr>
            <a:r>
              <a:rPr lang="en-US" sz="1000">
                <a:solidFill>
                  <a:srgbClr val="767676"/>
                </a:solidFill>
              </a:rPr>
              <a:t>Department of Mechanical Engineering  |  University of South Carolina</a:t>
            </a:r>
          </a:p>
        </p:txBody>
      </p:sp>
    </p:spTree>
    <p:extLst>
      <p:ext uri="{BB962C8B-B14F-4D97-AF65-F5344CB8AC3E}">
        <p14:creationId xmlns:p14="http://schemas.microsoft.com/office/powerpoint/2010/main" val="1493740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2"/>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13"/>
          <p:cNvSpPr>
            <a:spLocks noGrp="1"/>
          </p:cNvSpPr>
          <p:nvPr>
            <p:ph type="body" idx="1"/>
          </p:nvPr>
        </p:nvSpPr>
        <p:spPr bwMode="auto">
          <a:xfrm>
            <a:off x="609600" y="1600200"/>
            <a:ext cx="109728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dt="0"/>
  <p:txStyles>
    <p:titleStyle>
      <a:lvl1pPr algn="ctr" rtl="0" eaLnBrk="0" fontAlgn="base" hangingPunct="0">
        <a:spcBef>
          <a:spcPct val="0"/>
        </a:spcBef>
        <a:spcAft>
          <a:spcPct val="0"/>
        </a:spcAft>
        <a:defRPr sz="4400" kern="1200">
          <a:solidFill>
            <a:srgbClr val="73000A"/>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b="1"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Wingdings" panose="05000000000000000000" pitchFamily="2" charset="2"/>
        <a:buChar char="§"/>
        <a:defRPr sz="2600" b="1"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charset="0"/>
        <a:buChar char="•"/>
        <a:defRPr sz="2200" b="1"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10"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customXml" Target="../ink/ink4.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6.xml"/><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customXml" Target="../ink/ink8.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ustomXml" Target="../ink/ink9.xml"/><Relationship Id="rId7" Type="http://schemas.openxmlformats.org/officeDocument/2006/relationships/customXml" Target="../ink/ink1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10.xml"/><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customXml" Target="../ink/ink12.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ustomXml" Target="../ink/ink13.xml"/><Relationship Id="rId7" Type="http://schemas.openxmlformats.org/officeDocument/2006/relationships/customXml" Target="../ink/ink15.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14.xml"/><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customXml" Target="../ink/ink1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7EB11928-F28D-3D73-DB8D-E5AC535C2C72}"/>
              </a:ext>
            </a:extLst>
          </p:cNvPr>
          <p:cNvSpPr>
            <a:spLocks noGrp="1"/>
          </p:cNvSpPr>
          <p:nvPr/>
        </p:nvSpPr>
        <p:spPr bwMode="auto">
          <a:xfrm>
            <a:off x="761999" y="211909"/>
            <a:ext cx="10668000" cy="1219200"/>
          </a:xfrm>
          <a:prstGeom prst="rect">
            <a:avLst/>
          </a:prstGeom>
          <a:noFill/>
          <a:ln w="9525">
            <a:noFill/>
            <a:miter lim="800000"/>
            <a:headEnd/>
            <a:tailEnd/>
          </a:ln>
        </p:spPr>
        <p:txBody>
          <a:bodyPr>
            <a:noAutofit/>
          </a:bodyPr>
          <a:lstStyle>
            <a:lvl1pPr marL="342900" indent="-342900" algn="l" rtl="0" fontAlgn="base">
              <a:spcBef>
                <a:spcPct val="20000"/>
              </a:spcBef>
              <a:spcAft>
                <a:spcPct val="0"/>
              </a:spcAft>
              <a:buFont typeface="Arial" charset="0"/>
              <a:buNone/>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ctr" rtl="0" fontAlgn="base">
              <a:spcBef>
                <a:spcPct val="20000"/>
              </a:spcBef>
              <a:spcAft>
                <a:spcPct val="0"/>
              </a:spcAft>
              <a:buFont typeface="Arial" charset="0"/>
              <a:buNone/>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fontAlgn="auto">
              <a:spcAft>
                <a:spcPts val="0"/>
              </a:spcAft>
              <a:defRPr/>
            </a:pPr>
            <a:r>
              <a:rPr lang="en-US" sz="3600" b="1">
                <a:solidFill>
                  <a:schemeClr val="tx2">
                    <a:lumMod val="75000"/>
                  </a:schemeClr>
                </a:solidFill>
                <a:latin typeface="Arial" panose="020B0604020202020204" pitchFamily="34" charset="0"/>
                <a:cs typeface="Arial" panose="020B0604020202020204" pitchFamily="34" charset="0"/>
              </a:rPr>
              <a:t>Dynamic-Resolution Control for RGB/IR Early-Fusion Object Detection</a:t>
            </a:r>
          </a:p>
        </p:txBody>
      </p:sp>
      <p:sp>
        <p:nvSpPr>
          <p:cNvPr id="5" name="Rectangle 4">
            <a:extLst>
              <a:ext uri="{FF2B5EF4-FFF2-40B4-BE49-F238E27FC236}">
                <a16:creationId xmlns:a16="http://schemas.microsoft.com/office/drawing/2014/main" id="{56D0EE29-6F82-A52C-E792-9373151D5A2E}"/>
              </a:ext>
            </a:extLst>
          </p:cNvPr>
          <p:cNvSpPr>
            <a:spLocks noChangeArrowheads="1"/>
          </p:cNvSpPr>
          <p:nvPr/>
        </p:nvSpPr>
        <p:spPr bwMode="auto">
          <a:xfrm>
            <a:off x="4910544" y="1757954"/>
            <a:ext cx="2370909" cy="897682"/>
          </a:xfrm>
          <a:prstGeom prst="rect">
            <a:avLst/>
          </a:prstGeom>
          <a:no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200"/>
              </a:spcAft>
              <a:buNone/>
            </a:pPr>
            <a:r>
              <a:rPr lang="en-US" sz="1400" b="1" spc="200">
                <a:solidFill>
                  <a:srgbClr val="73000A"/>
                </a:solidFill>
                <a:latin typeface="Arial"/>
              </a:rPr>
              <a:t>PRESENTER</a:t>
            </a:r>
          </a:p>
          <a:p>
            <a:pPr algn="ctr">
              <a:spcAft>
                <a:spcPts val="200"/>
              </a:spcAft>
              <a:buNone/>
            </a:pPr>
            <a:r>
              <a:rPr lang="en-US" sz="2000" b="1">
                <a:solidFill>
                  <a:srgbClr val="1A1A1A"/>
                </a:solidFill>
                <a:latin typeface="Arial"/>
              </a:rPr>
              <a:t>Jacob Whisenant</a:t>
            </a:r>
          </a:p>
          <a:p>
            <a:pPr algn="ctr">
              <a:spcAft>
                <a:spcPts val="200"/>
              </a:spcAft>
              <a:buNone/>
            </a:pPr>
            <a:r>
              <a:rPr lang="en-US" sz="1500" b="0">
                <a:solidFill>
                  <a:srgbClr val="262626"/>
                </a:solidFill>
                <a:latin typeface="Arial"/>
              </a:rPr>
              <a:t>PhD student</a:t>
            </a:r>
          </a:p>
        </p:txBody>
      </p:sp>
      <p:sp>
        <p:nvSpPr>
          <p:cNvPr id="10" name="TextBox 9">
            <a:extLst>
              <a:ext uri="{FF2B5EF4-FFF2-40B4-BE49-F238E27FC236}">
                <a16:creationId xmlns:a16="http://schemas.microsoft.com/office/drawing/2014/main" id="{6EC1FB51-0EBD-AFBB-2D08-850AD20B5687}"/>
              </a:ext>
            </a:extLst>
          </p:cNvPr>
          <p:cNvSpPr txBox="1"/>
          <p:nvPr/>
        </p:nvSpPr>
        <p:spPr>
          <a:xfrm>
            <a:off x="4165598" y="2875002"/>
            <a:ext cx="3860800" cy="1107996"/>
          </a:xfrm>
          <a:prstGeom prst="rect">
            <a:avLst/>
          </a:prstGeom>
          <a:noFill/>
        </p:spPr>
        <p:txBody>
          <a:bodyPr wrap="square">
            <a:spAutoFit/>
          </a:bodyPr>
          <a:lstStyle/>
          <a:p>
            <a:pPr algn="ctr">
              <a:spcAft>
                <a:spcPts val="200"/>
              </a:spcAft>
              <a:buNone/>
            </a:pPr>
            <a:r>
              <a:rPr lang="en-US" sz="1400" b="1" spc="200">
                <a:solidFill>
                  <a:srgbClr val="73000A"/>
                </a:solidFill>
                <a:latin typeface="Arial"/>
              </a:rPr>
              <a:t>AFFILIATION</a:t>
            </a:r>
          </a:p>
          <a:p>
            <a:pPr algn="ctr">
              <a:spcAft>
                <a:spcPts val="200"/>
              </a:spcAft>
              <a:buNone/>
            </a:pPr>
            <a:r>
              <a:rPr lang="en-US" sz="1700" b="1">
                <a:solidFill>
                  <a:srgbClr val="1A1A1A"/>
                </a:solidFill>
                <a:latin typeface="Arial"/>
              </a:rPr>
              <a:t>Dept. of Mechanical Engineering</a:t>
            </a:r>
          </a:p>
          <a:p>
            <a:pPr algn="ctr">
              <a:spcAft>
                <a:spcPts val="200"/>
              </a:spcAft>
              <a:buNone/>
            </a:pPr>
            <a:r>
              <a:rPr lang="en-US" sz="1500" b="0">
                <a:solidFill>
                  <a:srgbClr val="262626"/>
                </a:solidFill>
                <a:latin typeface="Arial"/>
              </a:rPr>
              <a:t>University of South Carolina</a:t>
            </a:r>
          </a:p>
          <a:p>
            <a:pPr algn="ctr">
              <a:spcAft>
                <a:spcPts val="200"/>
              </a:spcAft>
              <a:buNone/>
            </a:pPr>
            <a:r>
              <a:rPr lang="en-US" sz="1500" b="0">
                <a:solidFill>
                  <a:srgbClr val="262626"/>
                </a:solidFill>
                <a:latin typeface="Arial"/>
              </a:rPr>
              <a:t>Columbia, SC</a:t>
            </a:r>
          </a:p>
        </p:txBody>
      </p:sp>
      <p:sp>
        <p:nvSpPr>
          <p:cNvPr id="7" name="Rectangle 6">
            <a:extLst>
              <a:ext uri="{FF2B5EF4-FFF2-40B4-BE49-F238E27FC236}">
                <a16:creationId xmlns:a16="http://schemas.microsoft.com/office/drawing/2014/main" id="{50EDD752-41A3-E4E6-7E28-F3879EBABFA5}"/>
              </a:ext>
            </a:extLst>
          </p:cNvPr>
          <p:cNvSpPr/>
          <p:nvPr/>
        </p:nvSpPr>
        <p:spPr>
          <a:xfrm>
            <a:off x="3017157" y="1410312"/>
            <a:ext cx="6157687" cy="4692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92347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4EDB-FBEA-9035-9C56-5922C69EDBC4}"/>
              </a:ext>
            </a:extLst>
          </p:cNvPr>
          <p:cNvSpPr>
            <a:spLocks noGrp="1"/>
          </p:cNvSpPr>
          <p:nvPr>
            <p:ph type="ctrTitle"/>
          </p:nvPr>
        </p:nvSpPr>
        <p:spPr/>
        <p:txBody>
          <a:bodyPr/>
          <a:lstStyle/>
          <a:p>
            <a:r>
              <a:rPr lang="en-US"/>
              <a:t>Proposed Problem</a:t>
            </a:r>
          </a:p>
        </p:txBody>
      </p:sp>
      <p:sp>
        <p:nvSpPr>
          <p:cNvPr id="3" name="Slide Number Placeholder 2">
            <a:extLst>
              <a:ext uri="{FF2B5EF4-FFF2-40B4-BE49-F238E27FC236}">
                <a16:creationId xmlns:a16="http://schemas.microsoft.com/office/drawing/2014/main" id="{03B299E6-81C0-E304-55CC-427F8E548186}"/>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2</a:t>
            </a:fld>
            <a:endParaRPr lang="en-US">
              <a:solidFill>
                <a:prstClr val="black"/>
              </a:solidFill>
            </a:endParaRPr>
          </a:p>
        </p:txBody>
      </p:sp>
      <p:sp>
        <p:nvSpPr>
          <p:cNvPr id="4" name="Content Placeholder 3">
            <a:extLst>
              <a:ext uri="{FF2B5EF4-FFF2-40B4-BE49-F238E27FC236}">
                <a16:creationId xmlns:a16="http://schemas.microsoft.com/office/drawing/2014/main" id="{DC860DD2-6DFB-E7F7-6693-F8999F695690}"/>
              </a:ext>
            </a:extLst>
          </p:cNvPr>
          <p:cNvSpPr>
            <a:spLocks noGrp="1"/>
          </p:cNvSpPr>
          <p:nvPr>
            <p:ph idx="1"/>
          </p:nvPr>
        </p:nvSpPr>
        <p:spPr>
          <a:xfrm>
            <a:off x="56401" y="548192"/>
            <a:ext cx="6894538" cy="4351338"/>
          </a:xfrm>
        </p:spPr>
        <p:txBody>
          <a:bodyPr/>
          <a:lstStyle/>
          <a:p>
            <a:pPr lvl="0"/>
            <a:r>
              <a:rPr lang="en-US" sz="1800" b="0"/>
              <a:t>RGB/IR scenes vary in lighting, thermal contrast, and object size.</a:t>
            </a:r>
          </a:p>
          <a:p>
            <a:pPr lvl="0"/>
            <a:r>
              <a:rPr lang="en-US" sz="1800" b="0"/>
              <a:t>Current detectors process every scene at the same resolution.</a:t>
            </a:r>
          </a:p>
          <a:p>
            <a:pPr lvl="0"/>
            <a:r>
              <a:rPr lang="en-US" sz="1800" b="0"/>
              <a:t>High resolution = better detection, but higher latency, memory, and energy.</a:t>
            </a:r>
          </a:p>
          <a:p>
            <a:pPr lvl="0"/>
            <a:r>
              <a:rPr lang="en-US" sz="1800" b="0"/>
              <a:t>Low resolution = lower cost but may lose important features.</a:t>
            </a:r>
          </a:p>
          <a:p>
            <a:pPr lvl="0"/>
            <a:r>
              <a:rPr lang="en-US" sz="1800" b="0"/>
              <a:t>Affects real-time edge systems with limited computing resources.</a:t>
            </a:r>
          </a:p>
          <a:p>
            <a:pPr lvl="0"/>
            <a:r>
              <a:rPr lang="en-US" sz="1800" b="0"/>
              <a:t>Develop easy to use API</a:t>
            </a:r>
          </a:p>
          <a:p>
            <a:pPr marL="0" indent="0" algn="ctr">
              <a:buNone/>
            </a:pPr>
            <a:endParaRPr lang="en-US" sz="1800" b="0"/>
          </a:p>
        </p:txBody>
      </p:sp>
      <p:pic>
        <p:nvPicPr>
          <p:cNvPr id="11" name="Picture 10">
            <a:extLst>
              <a:ext uri="{FF2B5EF4-FFF2-40B4-BE49-F238E27FC236}">
                <a16:creationId xmlns:a16="http://schemas.microsoft.com/office/drawing/2014/main" id="{70F990D6-4F0B-C7EE-E56A-C7A478710139}"/>
              </a:ext>
            </a:extLst>
          </p:cNvPr>
          <p:cNvPicPr>
            <a:picLocks noChangeAspect="1"/>
          </p:cNvPicPr>
          <p:nvPr/>
        </p:nvPicPr>
        <p:blipFill>
          <a:blip r:embed="rId3">
            <a:extLst>
              <a:ext uri="{28A0092B-C50C-407E-A947-70E740481C1C}">
                <a14:useLocalDpi xmlns:a14="http://schemas.microsoft.com/office/drawing/2010/main" val="0"/>
              </a:ext>
            </a:extLst>
          </a:blip>
          <a:srcRect t="9474" b="86728"/>
          <a:stretch>
            <a:fillRect/>
          </a:stretch>
        </p:blipFill>
        <p:spPr>
          <a:xfrm>
            <a:off x="0" y="3563086"/>
            <a:ext cx="7047087" cy="204178"/>
          </a:xfrm>
          <a:prstGeom prst="rect">
            <a:avLst/>
          </a:prstGeom>
        </p:spPr>
      </p:pic>
      <p:sp>
        <p:nvSpPr>
          <p:cNvPr id="13" name="TextBox 12">
            <a:extLst>
              <a:ext uri="{FF2B5EF4-FFF2-40B4-BE49-F238E27FC236}">
                <a16:creationId xmlns:a16="http://schemas.microsoft.com/office/drawing/2014/main" id="{E29EB5D1-0417-8A8F-3201-37C5D10B97D1}"/>
              </a:ext>
            </a:extLst>
          </p:cNvPr>
          <p:cNvSpPr txBox="1"/>
          <p:nvPr/>
        </p:nvSpPr>
        <p:spPr>
          <a:xfrm>
            <a:off x="7047087" y="2807549"/>
            <a:ext cx="5113122" cy="1015663"/>
          </a:xfrm>
          <a:prstGeom prst="rect">
            <a:avLst/>
          </a:prstGeom>
          <a:noFill/>
        </p:spPr>
        <p:txBody>
          <a:bodyPr wrap="square">
            <a:spAutoFit/>
          </a:bodyPr>
          <a:lstStyle/>
          <a:p>
            <a:pPr algn="ctr"/>
            <a:r>
              <a:rPr lang="en-US" sz="2000" b="0"/>
              <a:t>Can adaptive resolution reduce early-fusion inference cost while preserving detection accuracy?</a:t>
            </a:r>
          </a:p>
        </p:txBody>
      </p:sp>
      <p:pic>
        <p:nvPicPr>
          <p:cNvPr id="6" name="Picture 5">
            <a:extLst>
              <a:ext uri="{FF2B5EF4-FFF2-40B4-BE49-F238E27FC236}">
                <a16:creationId xmlns:a16="http://schemas.microsoft.com/office/drawing/2014/main" id="{A281A4D4-00A7-306D-DCDB-15492B520327}"/>
              </a:ext>
            </a:extLst>
          </p:cNvPr>
          <p:cNvPicPr>
            <a:picLocks noChangeAspect="1"/>
          </p:cNvPicPr>
          <p:nvPr/>
        </p:nvPicPr>
        <p:blipFill>
          <a:blip r:embed="rId3">
            <a:extLst>
              <a:ext uri="{28A0092B-C50C-407E-A947-70E740481C1C}">
                <a14:useLocalDpi xmlns:a14="http://schemas.microsoft.com/office/drawing/2010/main" val="0"/>
              </a:ext>
            </a:extLst>
          </a:blip>
          <a:srcRect l="3059" t="17516" b="35406"/>
          <a:stretch>
            <a:fillRect/>
          </a:stretch>
        </p:blipFill>
        <p:spPr>
          <a:xfrm>
            <a:off x="52895" y="3823212"/>
            <a:ext cx="6831550" cy="2531160"/>
          </a:xfrm>
          <a:prstGeom prst="rect">
            <a:avLst/>
          </a:prstGeom>
        </p:spPr>
      </p:pic>
      <p:pic>
        <p:nvPicPr>
          <p:cNvPr id="7" name="Picture 6">
            <a:extLst>
              <a:ext uri="{FF2B5EF4-FFF2-40B4-BE49-F238E27FC236}">
                <a16:creationId xmlns:a16="http://schemas.microsoft.com/office/drawing/2014/main" id="{56833789-1572-83EA-9527-2A5F773888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4445" y="793511"/>
            <a:ext cx="5251154" cy="2007198"/>
          </a:xfrm>
          <a:prstGeom prst="rect">
            <a:avLst/>
          </a:prstGeom>
        </p:spPr>
      </p:pic>
    </p:spTree>
    <p:extLst>
      <p:ext uri="{BB962C8B-B14F-4D97-AF65-F5344CB8AC3E}">
        <p14:creationId xmlns:p14="http://schemas.microsoft.com/office/powerpoint/2010/main" val="11860699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BF7320-7EE5-5ED7-8E3E-5701813E1928}"/>
              </a:ext>
            </a:extLst>
          </p:cNvPr>
          <p:cNvPicPr>
            <a:picLocks noChangeAspect="1"/>
          </p:cNvPicPr>
          <p:nvPr/>
        </p:nvPicPr>
        <p:blipFill>
          <a:blip r:embed="rId3">
            <a:extLst>
              <a:ext uri="{28A0092B-C50C-407E-A947-70E740481C1C}">
                <a14:useLocalDpi xmlns:a14="http://schemas.microsoft.com/office/drawing/2010/main" val="0"/>
              </a:ext>
            </a:extLst>
          </a:blip>
          <a:srcRect t="9260" b="53895"/>
          <a:stretch>
            <a:fillRect/>
          </a:stretch>
        </p:blipFill>
        <p:spPr>
          <a:xfrm>
            <a:off x="5629506" y="680727"/>
            <a:ext cx="6562494" cy="1504997"/>
          </a:xfrm>
          <a:prstGeom prst="rect">
            <a:avLst/>
          </a:prstGeom>
        </p:spPr>
      </p:pic>
      <p:sp>
        <p:nvSpPr>
          <p:cNvPr id="2" name="Title 1">
            <a:extLst>
              <a:ext uri="{FF2B5EF4-FFF2-40B4-BE49-F238E27FC236}">
                <a16:creationId xmlns:a16="http://schemas.microsoft.com/office/drawing/2014/main" id="{47E84611-1B6A-9461-C709-07C47548B0FF}"/>
              </a:ext>
            </a:extLst>
          </p:cNvPr>
          <p:cNvSpPr>
            <a:spLocks noGrp="1"/>
          </p:cNvSpPr>
          <p:nvPr>
            <p:ph type="ctrTitle"/>
          </p:nvPr>
        </p:nvSpPr>
        <p:spPr/>
        <p:txBody>
          <a:bodyPr/>
          <a:lstStyle/>
          <a:p>
            <a:r>
              <a:rPr lang="en-US"/>
              <a:t>Initial Hypotheses</a:t>
            </a:r>
          </a:p>
        </p:txBody>
      </p:sp>
      <p:sp>
        <p:nvSpPr>
          <p:cNvPr id="3" name="Slide Number Placeholder 2">
            <a:extLst>
              <a:ext uri="{FF2B5EF4-FFF2-40B4-BE49-F238E27FC236}">
                <a16:creationId xmlns:a16="http://schemas.microsoft.com/office/drawing/2014/main" id="{CB80A72D-19C7-5593-E5AB-1862211CAE64}"/>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3</a:t>
            </a:fld>
            <a:endParaRPr lang="en-US">
              <a:solidFill>
                <a:prstClr val="black"/>
              </a:solidFill>
            </a:endParaRPr>
          </a:p>
        </p:txBody>
      </p:sp>
      <p:sp>
        <p:nvSpPr>
          <p:cNvPr id="4" name="Content Placeholder 3">
            <a:extLst>
              <a:ext uri="{FF2B5EF4-FFF2-40B4-BE49-F238E27FC236}">
                <a16:creationId xmlns:a16="http://schemas.microsoft.com/office/drawing/2014/main" id="{249F9B93-8FA7-6B82-981F-80ABDB897D5C}"/>
              </a:ext>
            </a:extLst>
          </p:cNvPr>
          <p:cNvSpPr>
            <a:spLocks noGrp="1"/>
          </p:cNvSpPr>
          <p:nvPr>
            <p:ph idx="1"/>
          </p:nvPr>
        </p:nvSpPr>
        <p:spPr>
          <a:xfrm>
            <a:off x="-57509" y="819905"/>
            <a:ext cx="5844209" cy="2801794"/>
          </a:xfrm>
        </p:spPr>
        <p:txBody>
          <a:bodyPr/>
          <a:lstStyle/>
          <a:p>
            <a:r>
              <a:rPr lang="en-US" sz="2000" b="0"/>
              <a:t>Reducing resolution from 640 to 480 pixels would substantially lower latency while causing only a small loss in detection accuracy.</a:t>
            </a:r>
          </a:p>
          <a:p>
            <a:endParaRPr lang="en-US" sz="2000" b="0"/>
          </a:p>
          <a:p>
            <a:r>
              <a:rPr lang="en-US" sz="2000" b="0"/>
              <a:t>Per-image adaptive resolution would outperform fixed-resolution settings and random resolution selection at a similar computational cost.</a:t>
            </a:r>
          </a:p>
          <a:p>
            <a:endParaRPr lang="en-US" sz="2000" b="0"/>
          </a:p>
          <a:p>
            <a:r>
              <a:rPr lang="en-US" sz="2000" b="0"/>
              <a:t>A learned resolution controller would capture more performance savings than a hand-designed heuristic while adding minimal overhead.</a:t>
            </a:r>
          </a:p>
        </p:txBody>
      </p:sp>
      <p:sp>
        <p:nvSpPr>
          <p:cNvPr id="7" name="Rectangle 6">
            <a:extLst>
              <a:ext uri="{FF2B5EF4-FFF2-40B4-BE49-F238E27FC236}">
                <a16:creationId xmlns:a16="http://schemas.microsoft.com/office/drawing/2014/main" id="{AE6DE9EE-377D-7C8D-481C-E124A8BE52F6}"/>
              </a:ext>
            </a:extLst>
          </p:cNvPr>
          <p:cNvSpPr/>
          <p:nvPr/>
        </p:nvSpPr>
        <p:spPr>
          <a:xfrm>
            <a:off x="10058400" y="2365513"/>
            <a:ext cx="1994452" cy="17492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D71B8FB-3BE0-D304-6775-E06995A7E81E}"/>
              </a:ext>
            </a:extLst>
          </p:cNvPr>
          <p:cNvPicPr>
            <a:picLocks noChangeAspect="1"/>
          </p:cNvPicPr>
          <p:nvPr/>
        </p:nvPicPr>
        <p:blipFill>
          <a:blip r:embed="rId3">
            <a:extLst>
              <a:ext uri="{28A0092B-C50C-407E-A947-70E740481C1C}">
                <a14:useLocalDpi xmlns:a14="http://schemas.microsoft.com/office/drawing/2010/main" val="0"/>
              </a:ext>
            </a:extLst>
          </a:blip>
          <a:srcRect t="47680" r="31991"/>
          <a:stretch>
            <a:fillRect/>
          </a:stretch>
        </p:blipFill>
        <p:spPr>
          <a:xfrm>
            <a:off x="5587186" y="2478656"/>
            <a:ext cx="6604814" cy="3162585"/>
          </a:xfrm>
          <a:prstGeom prst="rect">
            <a:avLst/>
          </a:prstGeom>
        </p:spPr>
      </p:pic>
    </p:spTree>
    <p:extLst>
      <p:ext uri="{BB962C8B-B14F-4D97-AF65-F5344CB8AC3E}">
        <p14:creationId xmlns:p14="http://schemas.microsoft.com/office/powerpoint/2010/main" val="9867939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6C9C5-A01C-BC6B-34C4-B7E5F6C61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A8C47-3D58-4CB3-C591-6A458DE2D931}"/>
              </a:ext>
            </a:extLst>
          </p:cNvPr>
          <p:cNvSpPr>
            <a:spLocks noGrp="1"/>
          </p:cNvSpPr>
          <p:nvPr>
            <p:ph type="ctrTitle"/>
          </p:nvPr>
        </p:nvSpPr>
        <p:spPr/>
        <p:txBody>
          <a:bodyPr/>
          <a:lstStyle/>
          <a:p>
            <a:r>
              <a:rPr lang="en-US"/>
              <a:t>Proposed Pipeline</a:t>
            </a:r>
          </a:p>
        </p:txBody>
      </p:sp>
      <p:sp>
        <p:nvSpPr>
          <p:cNvPr id="3" name="Slide Number Placeholder 2">
            <a:extLst>
              <a:ext uri="{FF2B5EF4-FFF2-40B4-BE49-F238E27FC236}">
                <a16:creationId xmlns:a16="http://schemas.microsoft.com/office/drawing/2014/main" id="{C56F59E4-2318-7B32-2623-494502C44868}"/>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4</a:t>
            </a:fld>
            <a:endParaRPr lang="en-US">
              <a:solidFill>
                <a:prstClr val="black"/>
              </a:solidFill>
            </a:endParaRPr>
          </a:p>
        </p:txBody>
      </p:sp>
      <p:pic>
        <p:nvPicPr>
          <p:cNvPr id="8" name="Picture 7">
            <a:extLst>
              <a:ext uri="{FF2B5EF4-FFF2-40B4-BE49-F238E27FC236}">
                <a16:creationId xmlns:a16="http://schemas.microsoft.com/office/drawing/2014/main" id="{23317ED1-24BF-02D8-3C8A-31F5FE6A3197}"/>
              </a:ext>
            </a:extLst>
          </p:cNvPr>
          <p:cNvPicPr>
            <a:picLocks noChangeAspect="1"/>
          </p:cNvPicPr>
          <p:nvPr/>
        </p:nvPicPr>
        <p:blipFill>
          <a:blip r:embed="rId2"/>
          <a:stretch>
            <a:fillRect/>
          </a:stretch>
        </p:blipFill>
        <p:spPr>
          <a:xfrm>
            <a:off x="0" y="2398992"/>
            <a:ext cx="12192000" cy="2060015"/>
          </a:xfrm>
          <a:prstGeom prst="rect">
            <a:avLst/>
          </a:prstGeom>
          <a:ln>
            <a:noFill/>
          </a:ln>
        </p:spPr>
      </p:pic>
    </p:spTree>
    <p:extLst>
      <p:ext uri="{BB962C8B-B14F-4D97-AF65-F5344CB8AC3E}">
        <p14:creationId xmlns:p14="http://schemas.microsoft.com/office/powerpoint/2010/main" val="32452001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79A28-E8BB-8A08-2813-691D9BED3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4E3CF-7ACD-65B6-B3DF-CD118566D201}"/>
              </a:ext>
            </a:extLst>
          </p:cNvPr>
          <p:cNvSpPr>
            <a:spLocks noGrp="1"/>
          </p:cNvSpPr>
          <p:nvPr>
            <p:ph type="ctrTitle"/>
          </p:nvPr>
        </p:nvSpPr>
        <p:spPr/>
        <p:txBody>
          <a:bodyPr/>
          <a:lstStyle/>
          <a:p>
            <a:r>
              <a:rPr lang="en-US"/>
              <a:t>Tested Pipeline - Full</a:t>
            </a:r>
          </a:p>
        </p:txBody>
      </p:sp>
      <p:sp>
        <p:nvSpPr>
          <p:cNvPr id="3" name="Slide Number Placeholder 2">
            <a:extLst>
              <a:ext uri="{FF2B5EF4-FFF2-40B4-BE49-F238E27FC236}">
                <a16:creationId xmlns:a16="http://schemas.microsoft.com/office/drawing/2014/main" id="{5CC4F38C-4316-78B7-5523-E14C3B506F0F}"/>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5</a:t>
            </a:fld>
            <a:endParaRPr lang="en-US">
              <a:solidFill>
                <a:prstClr val="black"/>
              </a:solidFill>
            </a:endParaRPr>
          </a:p>
        </p:txBody>
      </p:sp>
      <p:pic>
        <p:nvPicPr>
          <p:cNvPr id="5" name="Picture 4">
            <a:extLst>
              <a:ext uri="{FF2B5EF4-FFF2-40B4-BE49-F238E27FC236}">
                <a16:creationId xmlns:a16="http://schemas.microsoft.com/office/drawing/2014/main" id="{4CFCC3B9-02C3-05CE-D15A-4F4A84ED6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496" y="1067181"/>
            <a:ext cx="10721007" cy="4723638"/>
          </a:xfrm>
          <a:prstGeom prst="rect">
            <a:avLst/>
          </a:prstGeom>
        </p:spPr>
      </p:pic>
    </p:spTree>
    <p:extLst>
      <p:ext uri="{BB962C8B-B14F-4D97-AF65-F5344CB8AC3E}">
        <p14:creationId xmlns:p14="http://schemas.microsoft.com/office/powerpoint/2010/main" val="11621185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AF0DA-882E-F8C7-2A81-958186623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44DA8-5A6B-146C-C232-79806359CD54}"/>
              </a:ext>
            </a:extLst>
          </p:cNvPr>
          <p:cNvSpPr>
            <a:spLocks noGrp="1"/>
          </p:cNvSpPr>
          <p:nvPr>
            <p:ph type="ctrTitle"/>
          </p:nvPr>
        </p:nvSpPr>
        <p:spPr/>
        <p:txBody>
          <a:bodyPr/>
          <a:lstStyle/>
          <a:p>
            <a:r>
              <a:rPr lang="en-US"/>
              <a:t>Tested Pipeline – 4 channel Stack</a:t>
            </a:r>
          </a:p>
        </p:txBody>
      </p:sp>
      <p:sp>
        <p:nvSpPr>
          <p:cNvPr id="3" name="Slide Number Placeholder 2">
            <a:extLst>
              <a:ext uri="{FF2B5EF4-FFF2-40B4-BE49-F238E27FC236}">
                <a16:creationId xmlns:a16="http://schemas.microsoft.com/office/drawing/2014/main" id="{71FDDF34-9FAE-50AC-5D0A-243060124EFB}"/>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6</a:t>
            </a:fld>
            <a:endParaRPr lang="en-US">
              <a:solidFill>
                <a:prstClr val="black"/>
              </a:solidFill>
            </a:endParaRPr>
          </a:p>
        </p:txBody>
      </p:sp>
      <p:pic>
        <p:nvPicPr>
          <p:cNvPr id="5" name="Picture 4">
            <a:extLst>
              <a:ext uri="{FF2B5EF4-FFF2-40B4-BE49-F238E27FC236}">
                <a16:creationId xmlns:a16="http://schemas.microsoft.com/office/drawing/2014/main" id="{E5ED0AD8-4FDE-B430-529E-76A2072A8E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87" y="775634"/>
            <a:ext cx="10721007" cy="4723638"/>
          </a:xfrm>
          <a:prstGeom prst="rect">
            <a:avLst/>
          </a:prstGeom>
        </p:spPr>
      </p:pic>
      <p:sp>
        <p:nvSpPr>
          <p:cNvPr id="4" name="Rectangle 3">
            <a:extLst>
              <a:ext uri="{FF2B5EF4-FFF2-40B4-BE49-F238E27FC236}">
                <a16:creationId xmlns:a16="http://schemas.microsoft.com/office/drawing/2014/main" id="{6D030D97-966C-8D61-8C72-A14E5C4CA10D}"/>
              </a:ext>
            </a:extLst>
          </p:cNvPr>
          <p:cNvSpPr/>
          <p:nvPr/>
        </p:nvSpPr>
        <p:spPr>
          <a:xfrm>
            <a:off x="72887" y="4214000"/>
            <a:ext cx="10873409" cy="14933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F617147-F7E1-5070-3FE8-A387E6734859}"/>
              </a:ext>
            </a:extLst>
          </p:cNvPr>
          <p:cNvSpPr/>
          <p:nvPr/>
        </p:nvSpPr>
        <p:spPr>
          <a:xfrm>
            <a:off x="2819400" y="1211814"/>
            <a:ext cx="8050695" cy="14933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0C19D04-9E13-BC0B-9AD8-47B527DC8A08}"/>
              </a:ext>
            </a:extLst>
          </p:cNvPr>
          <p:cNvSpPr/>
          <p:nvPr/>
        </p:nvSpPr>
        <p:spPr>
          <a:xfrm>
            <a:off x="3154018" y="2682339"/>
            <a:ext cx="7149547" cy="14933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34614C7D-0D63-B472-9240-7198223A38B5}"/>
                  </a:ext>
                </a:extLst>
              </p14:cNvPr>
              <p14:cNvContentPartPr/>
              <p14:nvPr/>
            </p14:nvContentPartPr>
            <p14:xfrm>
              <a:off x="3803181" y="1204597"/>
              <a:ext cx="6613560" cy="41760"/>
            </p14:xfrm>
          </p:contentPart>
        </mc:Choice>
        <mc:Fallback>
          <p:pic>
            <p:nvPicPr>
              <p:cNvPr id="10" name="Ink 9">
                <a:extLst>
                  <a:ext uri="{FF2B5EF4-FFF2-40B4-BE49-F238E27FC236}">
                    <a16:creationId xmlns:a16="http://schemas.microsoft.com/office/drawing/2014/main" id="{34614C7D-0D63-B472-9240-7198223A38B5}"/>
                  </a:ext>
                </a:extLst>
              </p:cNvPr>
              <p:cNvPicPr/>
              <p:nvPr/>
            </p:nvPicPr>
            <p:blipFill>
              <a:blip r:embed="rId4"/>
              <a:stretch>
                <a:fillRect/>
              </a:stretch>
            </p:blipFill>
            <p:spPr>
              <a:xfrm>
                <a:off x="3740178" y="1141049"/>
                <a:ext cx="6739207" cy="168493"/>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43D6CBC9-6C4C-CAC5-44DD-D663C6440936}"/>
                  </a:ext>
                </a:extLst>
              </p14:cNvPr>
              <p14:cNvContentPartPr/>
              <p14:nvPr/>
            </p14:nvContentPartPr>
            <p14:xfrm>
              <a:off x="2073021" y="1223677"/>
              <a:ext cx="1663560" cy="346680"/>
            </p14:xfrm>
          </p:contentPart>
        </mc:Choice>
        <mc:Fallback>
          <p:pic>
            <p:nvPicPr>
              <p:cNvPr id="11" name="Ink 10">
                <a:extLst>
                  <a:ext uri="{FF2B5EF4-FFF2-40B4-BE49-F238E27FC236}">
                    <a16:creationId xmlns:a16="http://schemas.microsoft.com/office/drawing/2014/main" id="{43D6CBC9-6C4C-CAC5-44DD-D663C6440936}"/>
                  </a:ext>
                </a:extLst>
              </p:cNvPr>
              <p:cNvPicPr/>
              <p:nvPr/>
            </p:nvPicPr>
            <p:blipFill>
              <a:blip r:embed="rId6"/>
              <a:stretch>
                <a:fillRect/>
              </a:stretch>
            </p:blipFill>
            <p:spPr>
              <a:xfrm>
                <a:off x="2010021" y="1160677"/>
                <a:ext cx="1789200" cy="472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 name="Ink 11">
                <a:extLst>
                  <a:ext uri="{FF2B5EF4-FFF2-40B4-BE49-F238E27FC236}">
                    <a16:creationId xmlns:a16="http://schemas.microsoft.com/office/drawing/2014/main" id="{BFFAFA22-879C-D555-3A54-D21907053438}"/>
                  </a:ext>
                </a:extLst>
              </p14:cNvPr>
              <p14:cNvContentPartPr/>
              <p14:nvPr/>
            </p14:nvContentPartPr>
            <p14:xfrm>
              <a:off x="4273701" y="4491397"/>
              <a:ext cx="226080" cy="482760"/>
            </p14:xfrm>
          </p:contentPart>
        </mc:Choice>
        <mc:Fallback>
          <p:pic>
            <p:nvPicPr>
              <p:cNvPr id="12" name="Ink 11">
                <a:extLst>
                  <a:ext uri="{FF2B5EF4-FFF2-40B4-BE49-F238E27FC236}">
                    <a16:creationId xmlns:a16="http://schemas.microsoft.com/office/drawing/2014/main" id="{BFFAFA22-879C-D555-3A54-D21907053438}"/>
                  </a:ext>
                </a:extLst>
              </p:cNvPr>
              <p:cNvPicPr/>
              <p:nvPr/>
            </p:nvPicPr>
            <p:blipFill>
              <a:blip r:embed="rId8"/>
              <a:stretch>
                <a:fillRect/>
              </a:stretch>
            </p:blipFill>
            <p:spPr>
              <a:xfrm>
                <a:off x="4210701" y="4428397"/>
                <a:ext cx="351720" cy="608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3" name="Ink 12">
                <a:extLst>
                  <a:ext uri="{FF2B5EF4-FFF2-40B4-BE49-F238E27FC236}">
                    <a16:creationId xmlns:a16="http://schemas.microsoft.com/office/drawing/2014/main" id="{41653D46-6AAA-C1B1-C1D8-152D6692F323}"/>
                  </a:ext>
                </a:extLst>
              </p14:cNvPr>
              <p14:cNvContentPartPr/>
              <p14:nvPr/>
            </p14:nvContentPartPr>
            <p14:xfrm>
              <a:off x="3796701" y="4141117"/>
              <a:ext cx="537120" cy="360"/>
            </p14:xfrm>
          </p:contentPart>
        </mc:Choice>
        <mc:Fallback>
          <p:pic>
            <p:nvPicPr>
              <p:cNvPr id="13" name="Ink 12">
                <a:extLst>
                  <a:ext uri="{FF2B5EF4-FFF2-40B4-BE49-F238E27FC236}">
                    <a16:creationId xmlns:a16="http://schemas.microsoft.com/office/drawing/2014/main" id="{41653D46-6AAA-C1B1-C1D8-152D6692F323}"/>
                  </a:ext>
                </a:extLst>
              </p:cNvPr>
              <p:cNvPicPr/>
              <p:nvPr/>
            </p:nvPicPr>
            <p:blipFill>
              <a:blip r:embed="rId10"/>
              <a:stretch>
                <a:fillRect/>
              </a:stretch>
            </p:blipFill>
            <p:spPr>
              <a:xfrm>
                <a:off x="3733743" y="4078117"/>
                <a:ext cx="662676" cy="126000"/>
              </a:xfrm>
              <a:prstGeom prst="rect">
                <a:avLst/>
              </a:prstGeom>
            </p:spPr>
          </p:pic>
        </mc:Fallback>
      </mc:AlternateContent>
      <p:sp>
        <p:nvSpPr>
          <p:cNvPr id="14" name="TextBox 13">
            <a:extLst>
              <a:ext uri="{FF2B5EF4-FFF2-40B4-BE49-F238E27FC236}">
                <a16:creationId xmlns:a16="http://schemas.microsoft.com/office/drawing/2014/main" id="{B91F9312-4072-F899-AAEC-D34EC1A4C3CD}"/>
              </a:ext>
            </a:extLst>
          </p:cNvPr>
          <p:cNvSpPr txBox="1"/>
          <p:nvPr/>
        </p:nvSpPr>
        <p:spPr>
          <a:xfrm>
            <a:off x="4488898" y="1358728"/>
            <a:ext cx="6632043" cy="3693319"/>
          </a:xfrm>
          <a:prstGeom prst="rect">
            <a:avLst/>
          </a:prstGeom>
          <a:noFill/>
        </p:spPr>
        <p:txBody>
          <a:bodyPr wrap="square" rtlCol="0">
            <a:spAutoFit/>
          </a:bodyPr>
          <a:lstStyle/>
          <a:p>
            <a:pPr marL="285750" indent="-285750">
              <a:buFont typeface="Arial" panose="020B0604020202020204" pitchFamily="34" charset="0"/>
              <a:buChar char="•"/>
            </a:pPr>
            <a:r>
              <a:rPr lang="en-US" b="1"/>
              <a:t>4 channel stack </a:t>
            </a:r>
            <a:r>
              <a:rPr lang="en-US"/>
              <a:t>-</a:t>
            </a:r>
            <a:r>
              <a:rPr lang="en-US" b="1"/>
              <a:t> </a:t>
            </a:r>
            <a:r>
              <a:rPr lang="en-US"/>
              <a:t>just stacks the two inputs into a single 4-channel image (blue, green, red, infrared) at full resolution</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Distilled thumbnail student </a:t>
            </a:r>
          </a:p>
          <a:p>
            <a:pPr marL="742950" lvl="1" indent="-285750">
              <a:buFont typeface="Arial" panose="020B0604020202020204" pitchFamily="34" charset="0"/>
              <a:buChar char="•"/>
            </a:pPr>
            <a:r>
              <a:rPr lang="en-US"/>
              <a:t>Is just a tiny network that guesses a good resolution by glancing at the frame itself, instead of looking at the previous frame’s detections. </a:t>
            </a:r>
          </a:p>
          <a:p>
            <a:pPr marL="285750" indent="-285750">
              <a:buFont typeface="Arial" panose="020B0604020202020204" pitchFamily="34" charset="0"/>
              <a:buChar char="•"/>
            </a:pPr>
            <a:endParaRPr lang="en-US"/>
          </a:p>
          <a:p>
            <a:pPr marL="742950" lvl="1" indent="-285750">
              <a:buFont typeface="Arial" panose="020B0604020202020204" pitchFamily="34" charset="0"/>
              <a:buChar char="•"/>
            </a:pPr>
            <a:r>
              <a:rPr lang="en-US"/>
              <a:t>It grabs a 32x48 thumbnail by sampling every Nth pixel rather than resizing since resizing first would cost time.</a:t>
            </a:r>
          </a:p>
          <a:p>
            <a:endParaRPr lang="en-US"/>
          </a:p>
          <a:p>
            <a:pPr marL="742950" lvl="1" indent="-285750">
              <a:buFont typeface="Arial" panose="020B0604020202020204" pitchFamily="34" charset="0"/>
              <a:buChar char="•"/>
            </a:pPr>
            <a:r>
              <a:rPr lang="en-US"/>
              <a:t>It’s dashed as it worked well just not well enough and only gained us 0.5AP at the cost of 0.11 </a:t>
            </a:r>
            <a:r>
              <a:rPr lang="en-US" err="1"/>
              <a:t>ms</a:t>
            </a:r>
            <a:r>
              <a:rPr lang="en-US"/>
              <a:t> to run.</a:t>
            </a:r>
          </a:p>
        </p:txBody>
      </p:sp>
    </p:spTree>
    <p:extLst>
      <p:ext uri="{BB962C8B-B14F-4D97-AF65-F5344CB8AC3E}">
        <p14:creationId xmlns:p14="http://schemas.microsoft.com/office/powerpoint/2010/main" val="6677915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024B7-4CA0-7DBF-1CB6-31ED61873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DDEFA-FC90-E061-C467-BF70B0C33A23}"/>
              </a:ext>
            </a:extLst>
          </p:cNvPr>
          <p:cNvSpPr>
            <a:spLocks noGrp="1"/>
          </p:cNvSpPr>
          <p:nvPr>
            <p:ph type="ctrTitle"/>
          </p:nvPr>
        </p:nvSpPr>
        <p:spPr/>
        <p:txBody>
          <a:bodyPr/>
          <a:lstStyle/>
          <a:p>
            <a:r>
              <a:rPr lang="en-US"/>
              <a:t>Tested Pipeline – Resize to R</a:t>
            </a:r>
          </a:p>
        </p:txBody>
      </p:sp>
      <p:sp>
        <p:nvSpPr>
          <p:cNvPr id="3" name="Slide Number Placeholder 2">
            <a:extLst>
              <a:ext uri="{FF2B5EF4-FFF2-40B4-BE49-F238E27FC236}">
                <a16:creationId xmlns:a16="http://schemas.microsoft.com/office/drawing/2014/main" id="{C5C92750-1758-9AF1-DDBE-FB24AC7C2E7D}"/>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7</a:t>
            </a:fld>
            <a:endParaRPr lang="en-US">
              <a:solidFill>
                <a:prstClr val="black"/>
              </a:solidFill>
            </a:endParaRPr>
          </a:p>
        </p:txBody>
      </p:sp>
      <p:pic>
        <p:nvPicPr>
          <p:cNvPr id="5" name="Picture 4">
            <a:extLst>
              <a:ext uri="{FF2B5EF4-FFF2-40B4-BE49-F238E27FC236}">
                <a16:creationId xmlns:a16="http://schemas.microsoft.com/office/drawing/2014/main" id="{C33AB73A-C4F5-9E5D-A2B4-4A00B700C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87" y="775634"/>
            <a:ext cx="10721007" cy="4723638"/>
          </a:xfrm>
          <a:prstGeom prst="rect">
            <a:avLst/>
          </a:prstGeom>
        </p:spPr>
      </p:pic>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735B2022-06E2-C7FF-F907-9112BCB68A5C}"/>
                  </a:ext>
                </a:extLst>
              </p14:cNvPr>
              <p14:cNvContentPartPr/>
              <p14:nvPr/>
            </p14:nvContentPartPr>
            <p14:xfrm>
              <a:off x="2073021" y="1223677"/>
              <a:ext cx="1663560" cy="346680"/>
            </p14:xfrm>
          </p:contentPart>
        </mc:Choice>
        <mc:Fallback>
          <p:pic>
            <p:nvPicPr>
              <p:cNvPr id="11" name="Ink 10">
                <a:extLst>
                  <a:ext uri="{FF2B5EF4-FFF2-40B4-BE49-F238E27FC236}">
                    <a16:creationId xmlns:a16="http://schemas.microsoft.com/office/drawing/2014/main" id="{735B2022-06E2-C7FF-F907-9112BCB68A5C}"/>
                  </a:ext>
                </a:extLst>
              </p:cNvPr>
              <p:cNvPicPr/>
              <p:nvPr/>
            </p:nvPicPr>
            <p:blipFill>
              <a:blip r:embed="rId4"/>
              <a:stretch>
                <a:fillRect/>
              </a:stretch>
            </p:blipFill>
            <p:spPr>
              <a:xfrm>
                <a:off x="2010021" y="1160677"/>
                <a:ext cx="1789200" cy="472320"/>
              </a:xfrm>
              <a:prstGeom prst="rect">
                <a:avLst/>
              </a:prstGeom>
            </p:spPr>
          </p:pic>
        </mc:Fallback>
      </mc:AlternateContent>
      <p:sp>
        <p:nvSpPr>
          <p:cNvPr id="6" name="Rectangle 5">
            <a:extLst>
              <a:ext uri="{FF2B5EF4-FFF2-40B4-BE49-F238E27FC236}">
                <a16:creationId xmlns:a16="http://schemas.microsoft.com/office/drawing/2014/main" id="{EA139F83-E725-092B-8759-390D7DB73019}"/>
              </a:ext>
            </a:extLst>
          </p:cNvPr>
          <p:cNvSpPr/>
          <p:nvPr/>
        </p:nvSpPr>
        <p:spPr>
          <a:xfrm>
            <a:off x="4075044" y="2577548"/>
            <a:ext cx="6977269" cy="16896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BD3A60-4B92-61D2-8056-42B8809F0964}"/>
              </a:ext>
            </a:extLst>
          </p:cNvPr>
          <p:cNvSpPr/>
          <p:nvPr/>
        </p:nvSpPr>
        <p:spPr>
          <a:xfrm>
            <a:off x="4591879" y="1630016"/>
            <a:ext cx="6977269" cy="9475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13823CCC-E04E-C830-97B3-C0977133C138}"/>
              </a:ext>
            </a:extLst>
          </p:cNvPr>
          <p:cNvGrpSpPr/>
          <p:nvPr/>
        </p:nvGrpSpPr>
        <p:grpSpPr>
          <a:xfrm>
            <a:off x="3796701" y="1119277"/>
            <a:ext cx="6585480" cy="653040"/>
            <a:chOff x="3796701" y="1119277"/>
            <a:chExt cx="6585480" cy="653040"/>
          </a:xfrm>
        </p:grpSpPr>
        <mc:AlternateContent xmlns:mc="http://schemas.openxmlformats.org/markup-compatibility/2006">
          <mc:Choice xmlns:p14="http://schemas.microsoft.com/office/powerpoint/2010/main" Requires="p14">
            <p:contentPart p14:bwMode="auto" r:id="rId5">
              <p14:nvContentPartPr>
                <p14:cNvPr id="15" name="Ink 14">
                  <a:extLst>
                    <a:ext uri="{FF2B5EF4-FFF2-40B4-BE49-F238E27FC236}">
                      <a16:creationId xmlns:a16="http://schemas.microsoft.com/office/drawing/2014/main" id="{6AD33005-B480-B0D6-263A-379AAD806D19}"/>
                    </a:ext>
                  </a:extLst>
                </p14:cNvPr>
                <p14:cNvContentPartPr/>
                <p14:nvPr/>
              </p14:nvContentPartPr>
              <p14:xfrm>
                <a:off x="3796701" y="1119277"/>
                <a:ext cx="6585480" cy="653040"/>
              </p14:xfrm>
            </p:contentPart>
          </mc:Choice>
          <mc:Fallback>
            <p:pic>
              <p:nvPicPr>
                <p:cNvPr id="15" name="Ink 14">
                  <a:extLst>
                    <a:ext uri="{FF2B5EF4-FFF2-40B4-BE49-F238E27FC236}">
                      <a16:creationId xmlns:a16="http://schemas.microsoft.com/office/drawing/2014/main" id="{6AD33005-B480-B0D6-263A-379AAD806D19}"/>
                    </a:ext>
                  </a:extLst>
                </p:cNvPr>
                <p:cNvPicPr/>
                <p:nvPr/>
              </p:nvPicPr>
              <p:blipFill>
                <a:blip r:embed="rId6"/>
                <a:stretch>
                  <a:fillRect/>
                </a:stretch>
              </p:blipFill>
              <p:spPr>
                <a:xfrm>
                  <a:off x="3733704" y="1056277"/>
                  <a:ext cx="6711113" cy="778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6" name="Ink 15">
                  <a:extLst>
                    <a:ext uri="{FF2B5EF4-FFF2-40B4-BE49-F238E27FC236}">
                      <a16:creationId xmlns:a16="http://schemas.microsoft.com/office/drawing/2014/main" id="{8EC803A2-F493-9FB8-B84D-6CDA7B340E21}"/>
                    </a:ext>
                  </a:extLst>
                </p14:cNvPr>
                <p14:cNvContentPartPr/>
                <p14:nvPr/>
              </p14:nvContentPartPr>
              <p14:xfrm>
                <a:off x="5664741" y="1391437"/>
                <a:ext cx="14040" cy="348120"/>
              </p14:xfrm>
            </p:contentPart>
          </mc:Choice>
          <mc:Fallback>
            <p:pic>
              <p:nvPicPr>
                <p:cNvPr id="16" name="Ink 15">
                  <a:extLst>
                    <a:ext uri="{FF2B5EF4-FFF2-40B4-BE49-F238E27FC236}">
                      <a16:creationId xmlns:a16="http://schemas.microsoft.com/office/drawing/2014/main" id="{8EC803A2-F493-9FB8-B84D-6CDA7B340E21}"/>
                    </a:ext>
                  </a:extLst>
                </p:cNvPr>
                <p:cNvPicPr/>
                <p:nvPr/>
              </p:nvPicPr>
              <p:blipFill>
                <a:blip r:embed="rId8"/>
                <a:stretch>
                  <a:fillRect/>
                </a:stretch>
              </p:blipFill>
              <p:spPr>
                <a:xfrm>
                  <a:off x="5600083" y="1328437"/>
                  <a:ext cx="142986" cy="4737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7" name="Ink 16">
                  <a:extLst>
                    <a:ext uri="{FF2B5EF4-FFF2-40B4-BE49-F238E27FC236}">
                      <a16:creationId xmlns:a16="http://schemas.microsoft.com/office/drawing/2014/main" id="{BA91C2FD-947B-EF0F-596D-617417805ABF}"/>
                    </a:ext>
                  </a:extLst>
                </p14:cNvPr>
                <p14:cNvContentPartPr/>
                <p14:nvPr/>
              </p14:nvContentPartPr>
              <p14:xfrm>
                <a:off x="7551501" y="1323397"/>
                <a:ext cx="29880" cy="260280"/>
              </p14:xfrm>
            </p:contentPart>
          </mc:Choice>
          <mc:Fallback>
            <p:pic>
              <p:nvPicPr>
                <p:cNvPr id="17" name="Ink 16">
                  <a:extLst>
                    <a:ext uri="{FF2B5EF4-FFF2-40B4-BE49-F238E27FC236}">
                      <a16:creationId xmlns:a16="http://schemas.microsoft.com/office/drawing/2014/main" id="{BA91C2FD-947B-EF0F-596D-617417805ABF}"/>
                    </a:ext>
                  </a:extLst>
                </p:cNvPr>
                <p:cNvPicPr/>
                <p:nvPr/>
              </p:nvPicPr>
              <p:blipFill>
                <a:blip r:embed="rId10"/>
                <a:stretch>
                  <a:fillRect/>
                </a:stretch>
              </p:blipFill>
              <p:spPr>
                <a:xfrm>
                  <a:off x="7488501" y="1260397"/>
                  <a:ext cx="155520" cy="385920"/>
                </a:xfrm>
                <a:prstGeom prst="rect">
                  <a:avLst/>
                </a:prstGeom>
              </p:spPr>
            </p:pic>
          </mc:Fallback>
        </mc:AlternateContent>
      </p:grpSp>
      <p:sp>
        <p:nvSpPr>
          <p:cNvPr id="20" name="TextBox 19">
            <a:extLst>
              <a:ext uri="{FF2B5EF4-FFF2-40B4-BE49-F238E27FC236}">
                <a16:creationId xmlns:a16="http://schemas.microsoft.com/office/drawing/2014/main" id="{75F6F819-6965-6EAF-F90B-2EA8D550905E}"/>
              </a:ext>
            </a:extLst>
          </p:cNvPr>
          <p:cNvSpPr txBox="1"/>
          <p:nvPr/>
        </p:nvSpPr>
        <p:spPr>
          <a:xfrm>
            <a:off x="5433390" y="703808"/>
            <a:ext cx="6758610" cy="3539430"/>
          </a:xfrm>
          <a:prstGeom prst="rect">
            <a:avLst/>
          </a:prstGeom>
          <a:noFill/>
        </p:spPr>
        <p:txBody>
          <a:bodyPr wrap="square" rtlCol="0">
            <a:spAutoFit/>
          </a:bodyPr>
          <a:lstStyle/>
          <a:p>
            <a:pPr marL="285750" indent="-285750">
              <a:buFont typeface="Arial" panose="020B0604020202020204" pitchFamily="34" charset="0"/>
              <a:buChar char="•"/>
            </a:pPr>
            <a:r>
              <a:rPr lang="en-US" sz="1600" b="1"/>
              <a:t>Resize to R </a:t>
            </a:r>
            <a:r>
              <a:rPr lang="en-US" sz="1600"/>
              <a:t>– takes the stacked image and shrinks it so its </a:t>
            </a:r>
            <a:r>
              <a:rPr lang="en-US" sz="1600" err="1"/>
              <a:t>longside</a:t>
            </a:r>
            <a:r>
              <a:rPr lang="en-US" sz="1600"/>
              <a:t> equals the size the controller picked</a:t>
            </a:r>
          </a:p>
          <a:p>
            <a:pPr marL="285750" indent="-285750">
              <a:buFont typeface="Arial" panose="020B0604020202020204" pitchFamily="34" charset="0"/>
              <a:buChar char="•"/>
            </a:pPr>
            <a:r>
              <a:rPr lang="en-US" sz="1600" b="1"/>
              <a:t>Benchmark harness </a:t>
            </a:r>
            <a:r>
              <a:rPr lang="en-US" sz="1600"/>
              <a:t>– measures what the path actually costs, one frame at a time.</a:t>
            </a:r>
          </a:p>
          <a:p>
            <a:pPr marL="285750" indent="-285750">
              <a:buFont typeface="Arial" panose="020B0604020202020204" pitchFamily="34" charset="0"/>
              <a:buChar char="•"/>
            </a:pPr>
            <a:r>
              <a:rPr lang="en-US" sz="1600" b="1"/>
              <a:t>Detection cache </a:t>
            </a:r>
            <a:r>
              <a:rPr lang="en-US" sz="1600"/>
              <a:t>– runs the detector once over every image at every candidate resolution and saves all the results. Because only one image is run at a time, an image’s detections depend only on its own resolution</a:t>
            </a:r>
          </a:p>
          <a:p>
            <a:pPr marL="285750" indent="-285750">
              <a:buFont typeface="Arial" panose="020B0604020202020204" pitchFamily="34" charset="0"/>
              <a:buChar char="•"/>
            </a:pPr>
            <a:r>
              <a:rPr lang="en-US" sz="1600" b="1"/>
              <a:t>Policy scoring </a:t>
            </a:r>
            <a:r>
              <a:rPr lang="en-US" sz="1600"/>
              <a:t>– takes the detections a policy would have produced and grades them with the standard COCO metric (map@50-95) against the ground truth</a:t>
            </a:r>
          </a:p>
          <a:p>
            <a:pPr marL="285750" indent="-285750">
              <a:buFont typeface="Arial" panose="020B0604020202020204" pitchFamily="34" charset="0"/>
              <a:buChar char="•"/>
            </a:pPr>
            <a:r>
              <a:rPr lang="en-US" sz="1600" b="1"/>
              <a:t>Best fixed hull oracle </a:t>
            </a:r>
            <a:r>
              <a:rPr lang="en-US" sz="1600"/>
              <a:t>-  The bar to beat and the ceiling to aim at. Hull is the best accuracy at any given speed and the oracle is the best gain at the ideal resolution.</a:t>
            </a:r>
            <a:endParaRPr lang="en-US" sz="1600" b="1"/>
          </a:p>
        </p:txBody>
      </p:sp>
    </p:spTree>
    <p:extLst>
      <p:ext uri="{BB962C8B-B14F-4D97-AF65-F5344CB8AC3E}">
        <p14:creationId xmlns:p14="http://schemas.microsoft.com/office/powerpoint/2010/main" val="170858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71D73-FB0D-63B2-A5C4-4D6B42F6C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15E9C-1466-D94F-B222-BA77DBB0ACB0}"/>
              </a:ext>
            </a:extLst>
          </p:cNvPr>
          <p:cNvSpPr>
            <a:spLocks noGrp="1"/>
          </p:cNvSpPr>
          <p:nvPr>
            <p:ph type="ctrTitle"/>
          </p:nvPr>
        </p:nvSpPr>
        <p:spPr/>
        <p:txBody>
          <a:bodyPr/>
          <a:lstStyle/>
          <a:p>
            <a:r>
              <a:rPr lang="en-US"/>
              <a:t>Tested Pipeline – YOLO26n</a:t>
            </a:r>
          </a:p>
        </p:txBody>
      </p:sp>
      <p:sp>
        <p:nvSpPr>
          <p:cNvPr id="3" name="Slide Number Placeholder 2">
            <a:extLst>
              <a:ext uri="{FF2B5EF4-FFF2-40B4-BE49-F238E27FC236}">
                <a16:creationId xmlns:a16="http://schemas.microsoft.com/office/drawing/2014/main" id="{8B3FC121-418C-BF1A-BBDF-62D2BC13DAFC}"/>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8</a:t>
            </a:fld>
            <a:endParaRPr lang="en-US">
              <a:solidFill>
                <a:prstClr val="black"/>
              </a:solidFill>
            </a:endParaRPr>
          </a:p>
        </p:txBody>
      </p:sp>
      <p:pic>
        <p:nvPicPr>
          <p:cNvPr id="5" name="Picture 4">
            <a:extLst>
              <a:ext uri="{FF2B5EF4-FFF2-40B4-BE49-F238E27FC236}">
                <a16:creationId xmlns:a16="http://schemas.microsoft.com/office/drawing/2014/main" id="{3FDA4AC7-3D2D-A724-38BB-AA4EDF7CCB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87" y="775634"/>
            <a:ext cx="10721007" cy="4723638"/>
          </a:xfrm>
          <a:prstGeom prst="rect">
            <a:avLst/>
          </a:prstGeom>
        </p:spPr>
      </p:pic>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EE90F5B1-05D4-3D14-8CEB-F79E47DFD4AE}"/>
                  </a:ext>
                </a:extLst>
              </p14:cNvPr>
              <p14:cNvContentPartPr/>
              <p14:nvPr/>
            </p14:nvContentPartPr>
            <p14:xfrm>
              <a:off x="2073021" y="1223677"/>
              <a:ext cx="1663560" cy="346680"/>
            </p14:xfrm>
          </p:contentPart>
        </mc:Choice>
        <mc:Fallback>
          <p:pic>
            <p:nvPicPr>
              <p:cNvPr id="11" name="Ink 10">
                <a:extLst>
                  <a:ext uri="{FF2B5EF4-FFF2-40B4-BE49-F238E27FC236}">
                    <a16:creationId xmlns:a16="http://schemas.microsoft.com/office/drawing/2014/main" id="{EE90F5B1-05D4-3D14-8CEB-F79E47DFD4AE}"/>
                  </a:ext>
                </a:extLst>
              </p:cNvPr>
              <p:cNvPicPr/>
              <p:nvPr/>
            </p:nvPicPr>
            <p:blipFill>
              <a:blip r:embed="rId4"/>
              <a:stretch>
                <a:fillRect/>
              </a:stretch>
            </p:blipFill>
            <p:spPr>
              <a:xfrm>
                <a:off x="2010021" y="1160677"/>
                <a:ext cx="1789200" cy="472320"/>
              </a:xfrm>
              <a:prstGeom prst="rect">
                <a:avLst/>
              </a:prstGeom>
            </p:spPr>
          </p:pic>
        </mc:Fallback>
      </mc:AlternateContent>
      <p:grpSp>
        <p:nvGrpSpPr>
          <p:cNvPr id="18" name="Group 17">
            <a:extLst>
              <a:ext uri="{FF2B5EF4-FFF2-40B4-BE49-F238E27FC236}">
                <a16:creationId xmlns:a16="http://schemas.microsoft.com/office/drawing/2014/main" id="{E9FC52F7-E020-D71D-5447-3935F668F16A}"/>
              </a:ext>
            </a:extLst>
          </p:cNvPr>
          <p:cNvGrpSpPr/>
          <p:nvPr/>
        </p:nvGrpSpPr>
        <p:grpSpPr>
          <a:xfrm>
            <a:off x="3796701" y="1119277"/>
            <a:ext cx="6585480" cy="653040"/>
            <a:chOff x="3796701" y="1119277"/>
            <a:chExt cx="6585480" cy="653040"/>
          </a:xfrm>
        </p:grpSpPr>
        <mc:AlternateContent xmlns:mc="http://schemas.openxmlformats.org/markup-compatibility/2006">
          <mc:Choice xmlns:p14="http://schemas.microsoft.com/office/powerpoint/2010/main" Requires="p14">
            <p:contentPart p14:bwMode="auto" r:id="rId5">
              <p14:nvContentPartPr>
                <p14:cNvPr id="15" name="Ink 14">
                  <a:extLst>
                    <a:ext uri="{FF2B5EF4-FFF2-40B4-BE49-F238E27FC236}">
                      <a16:creationId xmlns:a16="http://schemas.microsoft.com/office/drawing/2014/main" id="{A1AF7D3D-9B8C-CDF6-36EE-D086BBE01BD1}"/>
                    </a:ext>
                  </a:extLst>
                </p14:cNvPr>
                <p14:cNvContentPartPr/>
                <p14:nvPr/>
              </p14:nvContentPartPr>
              <p14:xfrm>
                <a:off x="3796701" y="1119277"/>
                <a:ext cx="6585480" cy="653040"/>
              </p14:xfrm>
            </p:contentPart>
          </mc:Choice>
          <mc:Fallback>
            <p:pic>
              <p:nvPicPr>
                <p:cNvPr id="15" name="Ink 14">
                  <a:extLst>
                    <a:ext uri="{FF2B5EF4-FFF2-40B4-BE49-F238E27FC236}">
                      <a16:creationId xmlns:a16="http://schemas.microsoft.com/office/drawing/2014/main" id="{A1AF7D3D-9B8C-CDF6-36EE-D086BBE01BD1}"/>
                    </a:ext>
                  </a:extLst>
                </p:cNvPr>
                <p:cNvPicPr/>
                <p:nvPr/>
              </p:nvPicPr>
              <p:blipFill>
                <a:blip r:embed="rId6"/>
                <a:stretch>
                  <a:fillRect/>
                </a:stretch>
              </p:blipFill>
              <p:spPr>
                <a:xfrm>
                  <a:off x="3733704" y="1056277"/>
                  <a:ext cx="6711113" cy="778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 name="Ink 16">
                  <a:extLst>
                    <a:ext uri="{FF2B5EF4-FFF2-40B4-BE49-F238E27FC236}">
                      <a16:creationId xmlns:a16="http://schemas.microsoft.com/office/drawing/2014/main" id="{25A99378-DE35-22B8-FC1F-12902544F3B0}"/>
                    </a:ext>
                  </a:extLst>
                </p14:cNvPr>
                <p14:cNvContentPartPr/>
                <p14:nvPr/>
              </p14:nvContentPartPr>
              <p14:xfrm>
                <a:off x="7551501" y="1323397"/>
                <a:ext cx="29880" cy="260280"/>
              </p14:xfrm>
            </p:contentPart>
          </mc:Choice>
          <mc:Fallback>
            <p:pic>
              <p:nvPicPr>
                <p:cNvPr id="17" name="Ink 16">
                  <a:extLst>
                    <a:ext uri="{FF2B5EF4-FFF2-40B4-BE49-F238E27FC236}">
                      <a16:creationId xmlns:a16="http://schemas.microsoft.com/office/drawing/2014/main" id="{25A99378-DE35-22B8-FC1F-12902544F3B0}"/>
                    </a:ext>
                  </a:extLst>
                </p:cNvPr>
                <p:cNvPicPr/>
                <p:nvPr/>
              </p:nvPicPr>
              <p:blipFill>
                <a:blip r:embed="rId8"/>
                <a:stretch>
                  <a:fillRect/>
                </a:stretch>
              </p:blipFill>
              <p:spPr>
                <a:xfrm>
                  <a:off x="7488501" y="1260397"/>
                  <a:ext cx="155520" cy="385920"/>
                </a:xfrm>
                <a:prstGeom prst="rect">
                  <a:avLst/>
                </a:prstGeom>
              </p:spPr>
            </p:pic>
          </mc:Fallback>
        </mc:AlternateContent>
      </p:grpSp>
      <p:sp>
        <p:nvSpPr>
          <p:cNvPr id="7" name="Rectangle 6">
            <a:extLst>
              <a:ext uri="{FF2B5EF4-FFF2-40B4-BE49-F238E27FC236}">
                <a16:creationId xmlns:a16="http://schemas.microsoft.com/office/drawing/2014/main" id="{C490990F-DFB8-CC3C-89C0-C56A95555B69}"/>
              </a:ext>
            </a:extLst>
          </p:cNvPr>
          <p:cNvSpPr/>
          <p:nvPr/>
        </p:nvSpPr>
        <p:spPr>
          <a:xfrm>
            <a:off x="4094922" y="2577548"/>
            <a:ext cx="6287259" cy="16366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A739D3BC-A004-BB99-5325-90412D59DFC5}"/>
                  </a:ext>
                </a:extLst>
              </p14:cNvPr>
              <p14:cNvContentPartPr/>
              <p14:nvPr/>
            </p14:nvContentPartPr>
            <p14:xfrm>
              <a:off x="5711541" y="1397917"/>
              <a:ext cx="20520" cy="165960"/>
            </p14:xfrm>
          </p:contentPart>
        </mc:Choice>
        <mc:Fallback>
          <p:pic>
            <p:nvPicPr>
              <p:cNvPr id="8" name="Ink 7">
                <a:extLst>
                  <a:ext uri="{FF2B5EF4-FFF2-40B4-BE49-F238E27FC236}">
                    <a16:creationId xmlns:a16="http://schemas.microsoft.com/office/drawing/2014/main" id="{A739D3BC-A004-BB99-5325-90412D59DFC5}"/>
                  </a:ext>
                </a:extLst>
              </p:cNvPr>
              <p:cNvPicPr/>
              <p:nvPr/>
            </p:nvPicPr>
            <p:blipFill>
              <a:blip r:embed="rId10"/>
              <a:stretch>
                <a:fillRect/>
              </a:stretch>
            </p:blipFill>
            <p:spPr>
              <a:xfrm>
                <a:off x="5648541" y="1334780"/>
                <a:ext cx="146160" cy="291873"/>
              </a:xfrm>
              <a:prstGeom prst="rect">
                <a:avLst/>
              </a:prstGeom>
            </p:spPr>
          </p:pic>
        </mc:Fallback>
      </mc:AlternateContent>
      <p:sp>
        <p:nvSpPr>
          <p:cNvPr id="10" name="Rectangle 9">
            <a:extLst>
              <a:ext uri="{FF2B5EF4-FFF2-40B4-BE49-F238E27FC236}">
                <a16:creationId xmlns:a16="http://schemas.microsoft.com/office/drawing/2014/main" id="{E04DBCC5-35DE-4ECD-110D-D7931426E006}"/>
              </a:ext>
            </a:extLst>
          </p:cNvPr>
          <p:cNvSpPr/>
          <p:nvPr/>
        </p:nvSpPr>
        <p:spPr>
          <a:xfrm>
            <a:off x="6539948" y="1187454"/>
            <a:ext cx="5544751" cy="16366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FE938AB-06BF-70FD-56AF-BF4FDDADEA30}"/>
              </a:ext>
            </a:extLst>
          </p:cNvPr>
          <p:cNvSpPr txBox="1"/>
          <p:nvPr/>
        </p:nvSpPr>
        <p:spPr>
          <a:xfrm>
            <a:off x="6904382" y="1323397"/>
            <a:ext cx="4797287" cy="1754326"/>
          </a:xfrm>
          <a:prstGeom prst="rect">
            <a:avLst/>
          </a:prstGeom>
          <a:noFill/>
        </p:spPr>
        <p:txBody>
          <a:bodyPr wrap="square" rtlCol="0">
            <a:spAutoFit/>
          </a:bodyPr>
          <a:lstStyle/>
          <a:p>
            <a:pPr marL="285750" indent="-285750">
              <a:buFont typeface="Arial" panose="020B0604020202020204" pitchFamily="34" charset="0"/>
              <a:buChar char="•"/>
            </a:pPr>
            <a:r>
              <a:rPr lang="en-US" b="1"/>
              <a:t>YOLO26n</a:t>
            </a:r>
            <a:r>
              <a:rPr lang="en-US"/>
              <a:t> </a:t>
            </a:r>
          </a:p>
          <a:p>
            <a:pPr marL="742950" lvl="1" indent="-285750">
              <a:buFont typeface="Arial" panose="020B0604020202020204" pitchFamily="34" charset="0"/>
              <a:buChar char="•"/>
            </a:pPr>
            <a:r>
              <a:rPr lang="en-US"/>
              <a:t>Off the shelf detector with nano being the smallest weights from Ultralytics</a:t>
            </a:r>
          </a:p>
          <a:p>
            <a:pPr marL="742950" lvl="1" indent="-285750">
              <a:buFont typeface="Arial" panose="020B0604020202020204" pitchFamily="34" charset="0"/>
              <a:buChar char="•"/>
            </a:pPr>
            <a:endParaRPr lang="en-US"/>
          </a:p>
          <a:p>
            <a:pPr marL="742950" lvl="1" indent="-285750">
              <a:buFont typeface="Arial" panose="020B0604020202020204" pitchFamily="34" charset="0"/>
              <a:buChar char="•"/>
            </a:pPr>
            <a:r>
              <a:rPr lang="en-US"/>
              <a:t>Updated from 3 input channels to 4, with the pretrained RGB filters</a:t>
            </a:r>
          </a:p>
        </p:txBody>
      </p:sp>
    </p:spTree>
    <p:extLst>
      <p:ext uri="{BB962C8B-B14F-4D97-AF65-F5344CB8AC3E}">
        <p14:creationId xmlns:p14="http://schemas.microsoft.com/office/powerpoint/2010/main" val="40034172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6CA147-4D57-7585-F5F4-7188918AA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611AF-6AA8-DFE4-11C9-D7FB1CC157D2}"/>
              </a:ext>
            </a:extLst>
          </p:cNvPr>
          <p:cNvSpPr>
            <a:spLocks noGrp="1"/>
          </p:cNvSpPr>
          <p:nvPr>
            <p:ph type="ctrTitle"/>
          </p:nvPr>
        </p:nvSpPr>
        <p:spPr/>
        <p:txBody>
          <a:bodyPr/>
          <a:lstStyle/>
          <a:p>
            <a:r>
              <a:rPr lang="en-US"/>
              <a:t>Tested Pipeline – Top K + rescale</a:t>
            </a:r>
          </a:p>
        </p:txBody>
      </p:sp>
      <p:sp>
        <p:nvSpPr>
          <p:cNvPr id="3" name="Slide Number Placeholder 2">
            <a:extLst>
              <a:ext uri="{FF2B5EF4-FFF2-40B4-BE49-F238E27FC236}">
                <a16:creationId xmlns:a16="http://schemas.microsoft.com/office/drawing/2014/main" id="{9FD4F07B-4A81-6260-98DB-02D6356B8B41}"/>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9</a:t>
            </a:fld>
            <a:endParaRPr lang="en-US">
              <a:solidFill>
                <a:prstClr val="black"/>
              </a:solidFill>
            </a:endParaRPr>
          </a:p>
        </p:txBody>
      </p:sp>
      <p:pic>
        <p:nvPicPr>
          <p:cNvPr id="5" name="Picture 4">
            <a:extLst>
              <a:ext uri="{FF2B5EF4-FFF2-40B4-BE49-F238E27FC236}">
                <a16:creationId xmlns:a16="http://schemas.microsoft.com/office/drawing/2014/main" id="{ADDC92B6-6681-0723-DC15-CB359FB750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87" y="775634"/>
            <a:ext cx="10721007" cy="4723638"/>
          </a:xfrm>
          <a:prstGeom prst="rect">
            <a:avLst/>
          </a:prstGeom>
        </p:spPr>
      </p:pic>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950158D2-6147-5522-71AB-E879C7969F5E}"/>
                  </a:ext>
                </a:extLst>
              </p14:cNvPr>
              <p14:cNvContentPartPr/>
              <p14:nvPr/>
            </p14:nvContentPartPr>
            <p14:xfrm>
              <a:off x="2073021" y="1223677"/>
              <a:ext cx="1663560" cy="346680"/>
            </p14:xfrm>
          </p:contentPart>
        </mc:Choice>
        <mc:Fallback>
          <p:pic>
            <p:nvPicPr>
              <p:cNvPr id="11" name="Ink 10">
                <a:extLst>
                  <a:ext uri="{FF2B5EF4-FFF2-40B4-BE49-F238E27FC236}">
                    <a16:creationId xmlns:a16="http://schemas.microsoft.com/office/drawing/2014/main" id="{950158D2-6147-5522-71AB-E879C7969F5E}"/>
                  </a:ext>
                </a:extLst>
              </p:cNvPr>
              <p:cNvPicPr/>
              <p:nvPr/>
            </p:nvPicPr>
            <p:blipFill>
              <a:blip r:embed="rId4"/>
              <a:stretch>
                <a:fillRect/>
              </a:stretch>
            </p:blipFill>
            <p:spPr>
              <a:xfrm>
                <a:off x="2010021" y="1160677"/>
                <a:ext cx="1789200" cy="472320"/>
              </a:xfrm>
              <a:prstGeom prst="rect">
                <a:avLst/>
              </a:prstGeom>
            </p:spPr>
          </p:pic>
        </mc:Fallback>
      </mc:AlternateContent>
      <p:grpSp>
        <p:nvGrpSpPr>
          <p:cNvPr id="18" name="Group 17">
            <a:extLst>
              <a:ext uri="{FF2B5EF4-FFF2-40B4-BE49-F238E27FC236}">
                <a16:creationId xmlns:a16="http://schemas.microsoft.com/office/drawing/2014/main" id="{4D79C6CC-6828-5BE8-29DE-263AAF8C0AE7}"/>
              </a:ext>
            </a:extLst>
          </p:cNvPr>
          <p:cNvGrpSpPr/>
          <p:nvPr/>
        </p:nvGrpSpPr>
        <p:grpSpPr>
          <a:xfrm>
            <a:off x="3796701" y="1119277"/>
            <a:ext cx="6585480" cy="653040"/>
            <a:chOff x="3796701" y="1119277"/>
            <a:chExt cx="6585480" cy="653040"/>
          </a:xfrm>
        </p:grpSpPr>
        <mc:AlternateContent xmlns:mc="http://schemas.openxmlformats.org/markup-compatibility/2006">
          <mc:Choice xmlns:p14="http://schemas.microsoft.com/office/powerpoint/2010/main" Requires="p14">
            <p:contentPart p14:bwMode="auto" r:id="rId5">
              <p14:nvContentPartPr>
                <p14:cNvPr id="15" name="Ink 14">
                  <a:extLst>
                    <a:ext uri="{FF2B5EF4-FFF2-40B4-BE49-F238E27FC236}">
                      <a16:creationId xmlns:a16="http://schemas.microsoft.com/office/drawing/2014/main" id="{E83DD6C7-3594-A554-381F-228B31BCB010}"/>
                    </a:ext>
                  </a:extLst>
                </p14:cNvPr>
                <p14:cNvContentPartPr/>
                <p14:nvPr/>
              </p14:nvContentPartPr>
              <p14:xfrm>
                <a:off x="3796701" y="1119277"/>
                <a:ext cx="6585480" cy="653040"/>
              </p14:xfrm>
            </p:contentPart>
          </mc:Choice>
          <mc:Fallback>
            <p:pic>
              <p:nvPicPr>
                <p:cNvPr id="15" name="Ink 14">
                  <a:extLst>
                    <a:ext uri="{FF2B5EF4-FFF2-40B4-BE49-F238E27FC236}">
                      <a16:creationId xmlns:a16="http://schemas.microsoft.com/office/drawing/2014/main" id="{E83DD6C7-3594-A554-381F-228B31BCB010}"/>
                    </a:ext>
                  </a:extLst>
                </p:cNvPr>
                <p:cNvPicPr/>
                <p:nvPr/>
              </p:nvPicPr>
              <p:blipFill>
                <a:blip r:embed="rId6"/>
                <a:stretch>
                  <a:fillRect/>
                </a:stretch>
              </p:blipFill>
              <p:spPr>
                <a:xfrm>
                  <a:off x="3733704" y="1056277"/>
                  <a:ext cx="6711113" cy="778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 name="Ink 16">
                  <a:extLst>
                    <a:ext uri="{FF2B5EF4-FFF2-40B4-BE49-F238E27FC236}">
                      <a16:creationId xmlns:a16="http://schemas.microsoft.com/office/drawing/2014/main" id="{8E9C1A0C-1EE1-9375-A24A-DEC527AC30EA}"/>
                    </a:ext>
                  </a:extLst>
                </p14:cNvPr>
                <p14:cNvContentPartPr/>
                <p14:nvPr/>
              </p14:nvContentPartPr>
              <p14:xfrm>
                <a:off x="7551501" y="1323397"/>
                <a:ext cx="29880" cy="260280"/>
              </p14:xfrm>
            </p:contentPart>
          </mc:Choice>
          <mc:Fallback>
            <p:pic>
              <p:nvPicPr>
                <p:cNvPr id="17" name="Ink 16">
                  <a:extLst>
                    <a:ext uri="{FF2B5EF4-FFF2-40B4-BE49-F238E27FC236}">
                      <a16:creationId xmlns:a16="http://schemas.microsoft.com/office/drawing/2014/main" id="{8E9C1A0C-1EE1-9375-A24A-DEC527AC30EA}"/>
                    </a:ext>
                  </a:extLst>
                </p:cNvPr>
                <p:cNvPicPr/>
                <p:nvPr/>
              </p:nvPicPr>
              <p:blipFill>
                <a:blip r:embed="rId8"/>
                <a:stretch>
                  <a:fillRect/>
                </a:stretch>
              </p:blipFill>
              <p:spPr>
                <a:xfrm>
                  <a:off x="7488501" y="1260397"/>
                  <a:ext cx="155520" cy="385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7026B27A-CA52-F27E-5EE9-CD576ECED86D}"/>
                  </a:ext>
                </a:extLst>
              </p14:cNvPr>
              <p14:cNvContentPartPr/>
              <p14:nvPr/>
            </p14:nvContentPartPr>
            <p14:xfrm>
              <a:off x="5711541" y="1397917"/>
              <a:ext cx="20520" cy="165960"/>
            </p14:xfrm>
          </p:contentPart>
        </mc:Choice>
        <mc:Fallback>
          <p:pic>
            <p:nvPicPr>
              <p:cNvPr id="8" name="Ink 7">
                <a:extLst>
                  <a:ext uri="{FF2B5EF4-FFF2-40B4-BE49-F238E27FC236}">
                    <a16:creationId xmlns:a16="http://schemas.microsoft.com/office/drawing/2014/main" id="{7026B27A-CA52-F27E-5EE9-CD576ECED86D}"/>
                  </a:ext>
                </a:extLst>
              </p:cNvPr>
              <p:cNvPicPr/>
              <p:nvPr/>
            </p:nvPicPr>
            <p:blipFill>
              <a:blip r:embed="rId10"/>
              <a:stretch>
                <a:fillRect/>
              </a:stretch>
            </p:blipFill>
            <p:spPr>
              <a:xfrm>
                <a:off x="5648541" y="1334780"/>
                <a:ext cx="146160" cy="291873"/>
              </a:xfrm>
              <a:prstGeom prst="rect">
                <a:avLst/>
              </a:prstGeom>
            </p:spPr>
          </p:pic>
        </mc:Fallback>
      </mc:AlternateContent>
    </p:spTree>
    <p:extLst>
      <p:ext uri="{BB962C8B-B14F-4D97-AF65-F5344CB8AC3E}">
        <p14:creationId xmlns:p14="http://schemas.microsoft.com/office/powerpoint/2010/main" val="23698341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D3115-747F-4534-01EF-857873221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83770-ED90-1172-97F8-510855ABFA33}"/>
              </a:ext>
            </a:extLst>
          </p:cNvPr>
          <p:cNvSpPr>
            <a:spLocks noGrp="1"/>
          </p:cNvSpPr>
          <p:nvPr>
            <p:ph type="ctrTitle"/>
          </p:nvPr>
        </p:nvSpPr>
        <p:spPr/>
        <p:txBody>
          <a:bodyPr/>
          <a:lstStyle/>
          <a:p>
            <a:r>
              <a:rPr lang="en-US"/>
              <a:t>Tested Pipeline – Top K + rescale</a:t>
            </a:r>
          </a:p>
        </p:txBody>
      </p:sp>
      <p:sp>
        <p:nvSpPr>
          <p:cNvPr id="3" name="Slide Number Placeholder 2">
            <a:extLst>
              <a:ext uri="{FF2B5EF4-FFF2-40B4-BE49-F238E27FC236}">
                <a16:creationId xmlns:a16="http://schemas.microsoft.com/office/drawing/2014/main" id="{1AD98AC5-CB97-EC35-8B49-FF3CC58F851B}"/>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10</a:t>
            </a:fld>
            <a:endParaRPr lang="en-US">
              <a:solidFill>
                <a:prstClr val="black"/>
              </a:solidFill>
            </a:endParaRPr>
          </a:p>
        </p:txBody>
      </p:sp>
      <p:pic>
        <p:nvPicPr>
          <p:cNvPr id="5" name="Picture 4">
            <a:extLst>
              <a:ext uri="{FF2B5EF4-FFF2-40B4-BE49-F238E27FC236}">
                <a16:creationId xmlns:a16="http://schemas.microsoft.com/office/drawing/2014/main" id="{8D38B7B8-4B04-37DF-E82F-2837A8C55869}"/>
              </a:ext>
            </a:extLst>
          </p:cNvPr>
          <p:cNvPicPr>
            <a:picLocks noChangeAspect="1"/>
          </p:cNvPicPr>
          <p:nvPr/>
        </p:nvPicPr>
        <p:blipFill>
          <a:blip r:embed="rId2">
            <a:extLst>
              <a:ext uri="{28A0092B-C50C-407E-A947-70E740481C1C}">
                <a14:useLocalDpi xmlns:a14="http://schemas.microsoft.com/office/drawing/2010/main" val="0"/>
              </a:ext>
            </a:extLst>
          </a:blip>
          <a:srcRect l="27687" t="18087" r="3841" b="26925"/>
          <a:stretch>
            <a:fillRect/>
          </a:stretch>
        </p:blipFill>
        <p:spPr>
          <a:xfrm>
            <a:off x="384314" y="831575"/>
            <a:ext cx="7340807" cy="2597425"/>
          </a:xfrm>
          <a:prstGeom prst="rect">
            <a:avLst/>
          </a:prstGeom>
        </p:spPr>
      </p:pic>
      <p:sp>
        <p:nvSpPr>
          <p:cNvPr id="4" name="Rectangle 3">
            <a:extLst>
              <a:ext uri="{FF2B5EF4-FFF2-40B4-BE49-F238E27FC236}">
                <a16:creationId xmlns:a16="http://schemas.microsoft.com/office/drawing/2014/main" id="{D906EFE2-89AD-6D73-D695-CFFC56E3057E}"/>
              </a:ext>
            </a:extLst>
          </p:cNvPr>
          <p:cNvSpPr/>
          <p:nvPr/>
        </p:nvSpPr>
        <p:spPr>
          <a:xfrm>
            <a:off x="384314" y="1780762"/>
            <a:ext cx="940904" cy="20872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E94DF1A-5463-DB84-ACD9-B740E70CB4D2}"/>
              </a:ext>
            </a:extLst>
          </p:cNvPr>
          <p:cNvSpPr txBox="1"/>
          <p:nvPr/>
        </p:nvSpPr>
        <p:spPr>
          <a:xfrm>
            <a:off x="0" y="3475039"/>
            <a:ext cx="12099235" cy="2585323"/>
          </a:xfrm>
          <a:prstGeom prst="rect">
            <a:avLst/>
          </a:prstGeom>
          <a:noFill/>
        </p:spPr>
        <p:txBody>
          <a:bodyPr wrap="square" rtlCol="0">
            <a:spAutoFit/>
          </a:bodyPr>
          <a:lstStyle/>
          <a:p>
            <a:r>
              <a:rPr lang="en-US" b="1"/>
              <a:t>Top-k + rescale </a:t>
            </a:r>
          </a:p>
          <a:p>
            <a:pPr marL="742950" lvl="1" indent="-285750">
              <a:buFont typeface="Arial" panose="020B0604020202020204" pitchFamily="34" charset="0"/>
              <a:buChar char="•"/>
            </a:pPr>
            <a:r>
              <a:rPr lang="en-US"/>
              <a:t>The detector always spits out exactly 300 boxes, best guess first, whether the scene is empty or crowded, this block throws away anything it isn't confident about</a:t>
            </a:r>
          </a:p>
          <a:p>
            <a:pPr marL="742950" lvl="1" indent="-285750">
              <a:buFont typeface="Arial" panose="020B0604020202020204" pitchFamily="34" charset="0"/>
              <a:buChar char="•"/>
            </a:pPr>
            <a:endParaRPr lang="en-US"/>
          </a:p>
          <a:p>
            <a:pPr marL="742950" lvl="1" indent="-285750">
              <a:buFont typeface="Arial" panose="020B0604020202020204" pitchFamily="34" charset="0"/>
              <a:buChar char="•"/>
            </a:pPr>
            <a:r>
              <a:rPr lang="en-US"/>
              <a:t>Surviving boxes are measured against the shrunken, gray padded image the network actually looked at, not the real photo. This black converts them back (peel off the padding and undo the shrink)</a:t>
            </a:r>
          </a:p>
          <a:p>
            <a:pPr lvl="1"/>
            <a:r>
              <a:rPr lang="en-US"/>
              <a:t> </a:t>
            </a:r>
          </a:p>
          <a:p>
            <a:pPr marL="742950" lvl="1" indent="-285750">
              <a:buFont typeface="Arial" panose="020B0604020202020204" pitchFamily="34" charset="0"/>
              <a:buChar char="•"/>
            </a:pPr>
            <a:endParaRPr lang="en-US"/>
          </a:p>
          <a:p>
            <a:pPr marL="742950" lvl="1" indent="-285750">
              <a:buFont typeface="Arial" panose="020B0604020202020204" pitchFamily="34" charset="0"/>
              <a:buChar char="•"/>
            </a:pPr>
            <a:r>
              <a:rPr lang="en-US"/>
              <a:t>Confident boxes go out as the answer and unconfident ones get handed to the controller instead</a:t>
            </a:r>
          </a:p>
        </p:txBody>
      </p:sp>
    </p:spTree>
    <p:extLst>
      <p:ext uri="{BB962C8B-B14F-4D97-AF65-F5344CB8AC3E}">
        <p14:creationId xmlns:p14="http://schemas.microsoft.com/office/powerpoint/2010/main" val="29882194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F7BA-02A7-E38F-BD2C-35001B7DB2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D20B5-468C-BE01-3F81-028C3FC5FF8D}"/>
              </a:ext>
            </a:extLst>
          </p:cNvPr>
          <p:cNvSpPr>
            <a:spLocks noGrp="1"/>
          </p:cNvSpPr>
          <p:nvPr>
            <p:ph type="ctrTitle"/>
          </p:nvPr>
        </p:nvSpPr>
        <p:spPr/>
        <p:txBody>
          <a:bodyPr/>
          <a:lstStyle/>
          <a:p>
            <a:r>
              <a:rPr lang="en-US"/>
              <a:t>Tested Pipeline – Resolution Controller</a:t>
            </a:r>
          </a:p>
        </p:txBody>
      </p:sp>
      <p:sp>
        <p:nvSpPr>
          <p:cNvPr id="3" name="Slide Number Placeholder 2">
            <a:extLst>
              <a:ext uri="{FF2B5EF4-FFF2-40B4-BE49-F238E27FC236}">
                <a16:creationId xmlns:a16="http://schemas.microsoft.com/office/drawing/2014/main" id="{7EAD60DB-2F86-D03B-F8AF-5DA13B586047}"/>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11</a:t>
            </a:fld>
            <a:endParaRPr lang="en-US">
              <a:solidFill>
                <a:prstClr val="black"/>
              </a:solidFill>
            </a:endParaRPr>
          </a:p>
        </p:txBody>
      </p:sp>
      <p:pic>
        <p:nvPicPr>
          <p:cNvPr id="5" name="Picture 4">
            <a:extLst>
              <a:ext uri="{FF2B5EF4-FFF2-40B4-BE49-F238E27FC236}">
                <a16:creationId xmlns:a16="http://schemas.microsoft.com/office/drawing/2014/main" id="{AAE48C20-A4E1-BC88-865B-61D8FFB78350}"/>
              </a:ext>
            </a:extLst>
          </p:cNvPr>
          <p:cNvPicPr>
            <a:picLocks noChangeAspect="1"/>
          </p:cNvPicPr>
          <p:nvPr/>
        </p:nvPicPr>
        <p:blipFill>
          <a:blip r:embed="rId2">
            <a:extLst>
              <a:ext uri="{28A0092B-C50C-407E-A947-70E740481C1C}">
                <a14:useLocalDpi xmlns:a14="http://schemas.microsoft.com/office/drawing/2010/main" val="0"/>
              </a:ext>
            </a:extLst>
          </a:blip>
          <a:srcRect l="27687" t="18087" r="3841" b="26925"/>
          <a:stretch>
            <a:fillRect/>
          </a:stretch>
        </p:blipFill>
        <p:spPr>
          <a:xfrm>
            <a:off x="384314" y="831575"/>
            <a:ext cx="7340807" cy="2597425"/>
          </a:xfrm>
          <a:prstGeom prst="rect">
            <a:avLst/>
          </a:prstGeom>
        </p:spPr>
      </p:pic>
      <p:sp>
        <p:nvSpPr>
          <p:cNvPr id="4" name="Rectangle 3">
            <a:extLst>
              <a:ext uri="{FF2B5EF4-FFF2-40B4-BE49-F238E27FC236}">
                <a16:creationId xmlns:a16="http://schemas.microsoft.com/office/drawing/2014/main" id="{D6B02393-01A4-7B98-20BC-69F6DD04A9CC}"/>
              </a:ext>
            </a:extLst>
          </p:cNvPr>
          <p:cNvSpPr/>
          <p:nvPr/>
        </p:nvSpPr>
        <p:spPr>
          <a:xfrm>
            <a:off x="384314" y="1780762"/>
            <a:ext cx="940904" cy="20872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00641EE-DCFB-6411-C090-2AA7CF2657E4}"/>
              </a:ext>
            </a:extLst>
          </p:cNvPr>
          <p:cNvSpPr txBox="1"/>
          <p:nvPr/>
        </p:nvSpPr>
        <p:spPr>
          <a:xfrm>
            <a:off x="0" y="3475039"/>
            <a:ext cx="12192000" cy="2862322"/>
          </a:xfrm>
          <a:prstGeom prst="rect">
            <a:avLst/>
          </a:prstGeom>
          <a:noFill/>
        </p:spPr>
        <p:txBody>
          <a:bodyPr wrap="square" rtlCol="0">
            <a:spAutoFit/>
          </a:bodyPr>
          <a:lstStyle/>
          <a:p>
            <a:r>
              <a:rPr lang="en-US" b="1"/>
              <a:t>Resolution Controller</a:t>
            </a:r>
          </a:p>
          <a:p>
            <a:pPr marL="742950" lvl="1" indent="-285750">
              <a:buFont typeface="Arial" panose="020B0604020202020204" pitchFamily="34" charset="0"/>
              <a:buChar char="•"/>
            </a:pPr>
            <a:r>
              <a:rPr lang="en-US"/>
              <a:t>High resolution is accurate but slow and small resolution is fast but misses objects</a:t>
            </a:r>
          </a:p>
          <a:p>
            <a:pPr marL="742950" lvl="1" indent="-285750">
              <a:buFont typeface="Arial" panose="020B0604020202020204" pitchFamily="34" charset="0"/>
              <a:buChar char="•"/>
            </a:pPr>
            <a:r>
              <a:rPr lang="en-US"/>
              <a:t>Most systems just pick one size and than they stick with it, but frames aren’t equally hard. </a:t>
            </a:r>
          </a:p>
          <a:p>
            <a:pPr marL="742950" lvl="1" indent="-285750">
              <a:buFont typeface="Arial" panose="020B0604020202020204" pitchFamily="34" charset="0"/>
              <a:buChar char="•"/>
            </a:pPr>
            <a:r>
              <a:rPr lang="en-US"/>
              <a:t>Controller here picks the resolution per the situation. </a:t>
            </a:r>
          </a:p>
          <a:p>
            <a:pPr marL="742950" lvl="1" indent="-285750">
              <a:buFont typeface="Arial" panose="020B0604020202020204" pitchFamily="34" charset="0"/>
              <a:buChar char="•"/>
            </a:pPr>
            <a:r>
              <a:rPr lang="en-US"/>
              <a:t>Frames 1-16 run at the default 576 and the detector reports what it finds. </a:t>
            </a:r>
          </a:p>
          <a:p>
            <a:pPr marL="742950" lvl="1" indent="-285750">
              <a:buFont typeface="Arial" panose="020B0604020202020204" pitchFamily="34" charset="0"/>
              <a:buChar char="•"/>
            </a:pPr>
            <a:r>
              <a:rPr lang="en-US"/>
              <a:t>After frame 16 the controller looks at what that frame’s results and looks at size of box and confidence than determines the difficulty of the scene and adjust the resolution. </a:t>
            </a:r>
          </a:p>
          <a:p>
            <a:pPr marL="742950" lvl="1" indent="-285750">
              <a:buFont typeface="Arial" panose="020B0604020202020204" pitchFamily="34" charset="0"/>
              <a:buChar char="•"/>
            </a:pPr>
            <a:endParaRPr lang="en-US"/>
          </a:p>
          <a:p>
            <a:pPr marL="742950" lvl="1" indent="-285750">
              <a:buFont typeface="Arial" panose="020B0604020202020204" pitchFamily="34" charset="0"/>
              <a:buChar char="•"/>
            </a:pPr>
            <a:r>
              <a:rPr lang="en-US"/>
              <a:t>It watches what the detector found a moment ago, and uses that to guess whether the next stretch of video can be run cheaply or needs the expensive setting and it only re-guesses every 16 frames (b/c guessing costs)</a:t>
            </a:r>
          </a:p>
        </p:txBody>
      </p:sp>
    </p:spTree>
    <p:extLst>
      <p:ext uri="{BB962C8B-B14F-4D97-AF65-F5344CB8AC3E}">
        <p14:creationId xmlns:p14="http://schemas.microsoft.com/office/powerpoint/2010/main" val="313333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95FB-E35A-CA3E-24F6-5B0BB88CE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FFCB3-1E67-04E0-C4AC-37DE858BF29B}"/>
              </a:ext>
            </a:extLst>
          </p:cNvPr>
          <p:cNvSpPr>
            <a:spLocks noGrp="1"/>
          </p:cNvSpPr>
          <p:nvPr>
            <p:ph type="ctrTitle"/>
          </p:nvPr>
        </p:nvSpPr>
        <p:spPr/>
        <p:txBody>
          <a:bodyPr/>
          <a:lstStyle/>
          <a:p>
            <a:r>
              <a:rPr lang="en-US"/>
              <a:t>Resolution Controller</a:t>
            </a:r>
          </a:p>
        </p:txBody>
      </p:sp>
      <p:sp>
        <p:nvSpPr>
          <p:cNvPr id="3" name="Slide Number Placeholder 2">
            <a:extLst>
              <a:ext uri="{FF2B5EF4-FFF2-40B4-BE49-F238E27FC236}">
                <a16:creationId xmlns:a16="http://schemas.microsoft.com/office/drawing/2014/main" id="{C3A7591F-E1DA-A81A-7303-423D660303E8}"/>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12</a:t>
            </a:fld>
            <a:endParaRPr lang="en-US">
              <a:solidFill>
                <a:prstClr val="black"/>
              </a:solidFill>
            </a:endParaRPr>
          </a:p>
        </p:txBody>
      </p:sp>
      <p:pic>
        <p:nvPicPr>
          <p:cNvPr id="7" name="Picture 6">
            <a:extLst>
              <a:ext uri="{FF2B5EF4-FFF2-40B4-BE49-F238E27FC236}">
                <a16:creationId xmlns:a16="http://schemas.microsoft.com/office/drawing/2014/main" id="{E1F8478C-2E62-0B20-C8BE-256602DFA37A}"/>
              </a:ext>
            </a:extLst>
          </p:cNvPr>
          <p:cNvPicPr>
            <a:picLocks noChangeAspect="1"/>
          </p:cNvPicPr>
          <p:nvPr/>
        </p:nvPicPr>
        <p:blipFill>
          <a:blip r:embed="rId2">
            <a:extLst>
              <a:ext uri="{28A0092B-C50C-407E-A947-70E740481C1C}">
                <a14:useLocalDpi xmlns:a14="http://schemas.microsoft.com/office/drawing/2010/main" val="0"/>
              </a:ext>
            </a:extLst>
          </a:blip>
          <a:srcRect l="1681"/>
          <a:stretch>
            <a:fillRect/>
          </a:stretch>
        </p:blipFill>
        <p:spPr>
          <a:xfrm>
            <a:off x="1064914" y="635733"/>
            <a:ext cx="10062171" cy="6222267"/>
          </a:xfrm>
          <a:prstGeom prst="rect">
            <a:avLst/>
          </a:prstGeom>
        </p:spPr>
      </p:pic>
    </p:spTree>
    <p:extLst>
      <p:ext uri="{BB962C8B-B14F-4D97-AF65-F5344CB8AC3E}">
        <p14:creationId xmlns:p14="http://schemas.microsoft.com/office/powerpoint/2010/main" val="37296013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8ECD-3111-89B7-4A8F-A2C380F80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34C54-E6E0-EB50-72F4-18550D47BD5F}"/>
              </a:ext>
            </a:extLst>
          </p:cNvPr>
          <p:cNvSpPr>
            <a:spLocks noGrp="1"/>
          </p:cNvSpPr>
          <p:nvPr>
            <p:ph type="ctrTitle"/>
          </p:nvPr>
        </p:nvSpPr>
        <p:spPr/>
        <p:txBody>
          <a:bodyPr/>
          <a:lstStyle/>
          <a:p>
            <a:r>
              <a:rPr lang="en-US"/>
              <a:t>Results - Resolution</a:t>
            </a:r>
          </a:p>
        </p:txBody>
      </p:sp>
      <p:sp>
        <p:nvSpPr>
          <p:cNvPr id="3" name="Slide Number Placeholder 2">
            <a:extLst>
              <a:ext uri="{FF2B5EF4-FFF2-40B4-BE49-F238E27FC236}">
                <a16:creationId xmlns:a16="http://schemas.microsoft.com/office/drawing/2014/main" id="{FF70CBC8-8362-C6E5-39E4-11DBAFD4DE0B}"/>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13</a:t>
            </a:fld>
            <a:endParaRPr lang="en-US">
              <a:solidFill>
                <a:prstClr val="black"/>
              </a:solidFill>
            </a:endParaRPr>
          </a:p>
        </p:txBody>
      </p:sp>
      <p:sp>
        <p:nvSpPr>
          <p:cNvPr id="4" name="Content Placeholder 3">
            <a:extLst>
              <a:ext uri="{FF2B5EF4-FFF2-40B4-BE49-F238E27FC236}">
                <a16:creationId xmlns:a16="http://schemas.microsoft.com/office/drawing/2014/main" id="{FA643AD8-EDDD-7378-0965-1DDF6111BE83}"/>
              </a:ext>
            </a:extLst>
          </p:cNvPr>
          <p:cNvSpPr>
            <a:spLocks noGrp="1"/>
          </p:cNvSpPr>
          <p:nvPr>
            <p:ph idx="1"/>
          </p:nvPr>
        </p:nvSpPr>
        <p:spPr>
          <a:xfrm>
            <a:off x="377687" y="749790"/>
            <a:ext cx="4883426" cy="4122333"/>
          </a:xfrm>
        </p:spPr>
        <p:txBody>
          <a:bodyPr/>
          <a:lstStyle/>
          <a:p>
            <a:r>
              <a:rPr lang="en-US" sz="2000" b="0"/>
              <a:t>Dropping resolution from 640 to 480 </a:t>
            </a:r>
            <a:r>
              <a:rPr lang="en-US" sz="2000" b="0" err="1"/>
              <a:t>px</a:t>
            </a:r>
            <a:r>
              <a:rPr lang="en-US" sz="2000" b="0"/>
              <a:t> cuts CPU p95 latency from 31.1 </a:t>
            </a:r>
            <a:r>
              <a:rPr lang="en-US" sz="2000" b="0" err="1"/>
              <a:t>ms</a:t>
            </a:r>
            <a:r>
              <a:rPr lang="en-US" sz="2000" b="0"/>
              <a:t> to 21.0 </a:t>
            </a:r>
            <a:r>
              <a:rPr lang="en-US" sz="2000" b="0" err="1"/>
              <a:t>ms</a:t>
            </a:r>
            <a:r>
              <a:rPr lang="en-US" sz="2000" b="0"/>
              <a:t>, a 32.4% reduction (mean: 27.8 → 19.3 </a:t>
            </a:r>
            <a:r>
              <a:rPr lang="en-US" sz="2000" b="0" err="1"/>
              <a:t>ms</a:t>
            </a:r>
            <a:r>
              <a:rPr lang="en-US" sz="2000" b="0"/>
              <a:t>, 4 pinned threads)</a:t>
            </a:r>
          </a:p>
          <a:p>
            <a:endParaRPr lang="en-US" sz="2000" b="0"/>
          </a:p>
          <a:p>
            <a:r>
              <a:rPr lang="en-US" sz="2000" b="0"/>
              <a:t>Accuracy pays for it: mAP@50-95 falls from 42.2 ± 0.6 to 39.4 ± 0.5, a 2.8-point loss (3 seeds, test split)</a:t>
            </a:r>
          </a:p>
          <a:p>
            <a:endParaRPr lang="en-US" sz="2000" b="0"/>
          </a:p>
          <a:p>
            <a:r>
              <a:rPr lang="en-US" sz="2000" b="0"/>
              <a:t>The cost is concentrated in small objects: </a:t>
            </a:r>
            <a:r>
              <a:rPr lang="en-US" sz="2000" b="0" err="1"/>
              <a:t>AP_small</a:t>
            </a:r>
            <a:r>
              <a:rPr lang="en-US" sz="2000" b="0"/>
              <a:t> falls from 17.6 to 11.2 — a 36% relative drop, more than four times the relative loss in overall mAP</a:t>
            </a:r>
          </a:p>
          <a:p>
            <a:endParaRPr lang="en-US" sz="2000" b="0"/>
          </a:p>
          <a:p>
            <a:r>
              <a:rPr lang="en-US" sz="2000" b="0"/>
              <a:t>Small-pedestrian recall@50 falls with it, 48.0% → 40.8%</a:t>
            </a:r>
          </a:p>
        </p:txBody>
      </p:sp>
      <p:pic>
        <p:nvPicPr>
          <p:cNvPr id="6" name="Picture 5">
            <a:extLst>
              <a:ext uri="{FF2B5EF4-FFF2-40B4-BE49-F238E27FC236}">
                <a16:creationId xmlns:a16="http://schemas.microsoft.com/office/drawing/2014/main" id="{F7A73D39-D6F3-BD94-466B-1FC3984AA607}"/>
              </a:ext>
            </a:extLst>
          </p:cNvPr>
          <p:cNvPicPr>
            <a:picLocks noChangeAspect="1"/>
          </p:cNvPicPr>
          <p:nvPr/>
        </p:nvPicPr>
        <p:blipFill>
          <a:blip r:embed="rId3">
            <a:extLst>
              <a:ext uri="{28A0092B-C50C-407E-A947-70E740481C1C}">
                <a14:useLocalDpi xmlns:a14="http://schemas.microsoft.com/office/drawing/2010/main" val="0"/>
              </a:ext>
            </a:extLst>
          </a:blip>
          <a:srcRect t="7106" r="50505" b="4105"/>
          <a:stretch>
            <a:fillRect/>
          </a:stretch>
        </p:blipFill>
        <p:spPr>
          <a:xfrm>
            <a:off x="5469750" y="790198"/>
            <a:ext cx="3633182" cy="3178827"/>
          </a:xfrm>
          <a:prstGeom prst="rect">
            <a:avLst/>
          </a:prstGeom>
        </p:spPr>
      </p:pic>
      <p:pic>
        <p:nvPicPr>
          <p:cNvPr id="8" name="Picture 7">
            <a:extLst>
              <a:ext uri="{FF2B5EF4-FFF2-40B4-BE49-F238E27FC236}">
                <a16:creationId xmlns:a16="http://schemas.microsoft.com/office/drawing/2014/main" id="{D29965E0-E024-7B34-601E-520B50B6010F}"/>
              </a:ext>
            </a:extLst>
          </p:cNvPr>
          <p:cNvPicPr>
            <a:picLocks noChangeAspect="1"/>
          </p:cNvPicPr>
          <p:nvPr/>
        </p:nvPicPr>
        <p:blipFill>
          <a:blip r:embed="rId3">
            <a:extLst>
              <a:ext uri="{28A0092B-C50C-407E-A947-70E740481C1C}">
                <a14:useLocalDpi xmlns:a14="http://schemas.microsoft.com/office/drawing/2010/main" val="0"/>
              </a:ext>
            </a:extLst>
          </a:blip>
          <a:srcRect l="52091" t="8731" r="1984" b="30757"/>
          <a:stretch>
            <a:fillRect/>
          </a:stretch>
        </p:blipFill>
        <p:spPr>
          <a:xfrm>
            <a:off x="8607092" y="3969024"/>
            <a:ext cx="3456584" cy="2221434"/>
          </a:xfrm>
          <a:prstGeom prst="rect">
            <a:avLst/>
          </a:prstGeom>
        </p:spPr>
      </p:pic>
      <p:sp>
        <p:nvSpPr>
          <p:cNvPr id="9" name="TextBox 8">
            <a:extLst>
              <a:ext uri="{FF2B5EF4-FFF2-40B4-BE49-F238E27FC236}">
                <a16:creationId xmlns:a16="http://schemas.microsoft.com/office/drawing/2014/main" id="{83977B68-0CC9-DD3B-7E93-D388CA712312}"/>
              </a:ext>
            </a:extLst>
          </p:cNvPr>
          <p:cNvSpPr txBox="1"/>
          <p:nvPr/>
        </p:nvSpPr>
        <p:spPr>
          <a:xfrm>
            <a:off x="6493565" y="3969024"/>
            <a:ext cx="1937083" cy="200055"/>
          </a:xfrm>
          <a:prstGeom prst="rect">
            <a:avLst/>
          </a:prstGeom>
          <a:noFill/>
        </p:spPr>
        <p:txBody>
          <a:bodyPr wrap="square" rtlCol="0">
            <a:spAutoFit/>
          </a:bodyPr>
          <a:lstStyle/>
          <a:p>
            <a:pPr algn="ctr"/>
            <a:r>
              <a:rPr lang="en-US" sz="700"/>
              <a:t>How long it takes one frame to process</a:t>
            </a:r>
          </a:p>
        </p:txBody>
      </p:sp>
    </p:spTree>
    <p:extLst>
      <p:ext uri="{BB962C8B-B14F-4D97-AF65-F5344CB8AC3E}">
        <p14:creationId xmlns:p14="http://schemas.microsoft.com/office/powerpoint/2010/main" val="16960765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7BA3C-C5ED-3088-D287-A48A07CFAEF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2E829FD-B7DC-524F-9B8A-A929FF30969E}"/>
              </a:ext>
            </a:extLst>
          </p:cNvPr>
          <p:cNvPicPr>
            <a:picLocks noChangeAspect="1"/>
          </p:cNvPicPr>
          <p:nvPr/>
        </p:nvPicPr>
        <p:blipFill>
          <a:blip r:embed="rId3">
            <a:extLst>
              <a:ext uri="{28A0092B-C50C-407E-A947-70E740481C1C}">
                <a14:useLocalDpi xmlns:a14="http://schemas.microsoft.com/office/drawing/2010/main" val="0"/>
              </a:ext>
            </a:extLst>
          </a:blip>
          <a:srcRect l="1" t="7106" r="51083" b="4105"/>
          <a:stretch>
            <a:fillRect/>
          </a:stretch>
        </p:blipFill>
        <p:spPr>
          <a:xfrm>
            <a:off x="6845343" y="1184350"/>
            <a:ext cx="5346657" cy="4733370"/>
          </a:xfrm>
          <a:prstGeom prst="rect">
            <a:avLst/>
          </a:prstGeom>
        </p:spPr>
      </p:pic>
      <p:sp>
        <p:nvSpPr>
          <p:cNvPr id="2" name="Title 1">
            <a:extLst>
              <a:ext uri="{FF2B5EF4-FFF2-40B4-BE49-F238E27FC236}">
                <a16:creationId xmlns:a16="http://schemas.microsoft.com/office/drawing/2014/main" id="{F78DCE03-B0C4-547E-45EB-2FA28A377D0C}"/>
              </a:ext>
            </a:extLst>
          </p:cNvPr>
          <p:cNvSpPr>
            <a:spLocks noGrp="1"/>
          </p:cNvSpPr>
          <p:nvPr>
            <p:ph type="ctrTitle"/>
          </p:nvPr>
        </p:nvSpPr>
        <p:spPr/>
        <p:txBody>
          <a:bodyPr/>
          <a:lstStyle/>
          <a:p>
            <a:r>
              <a:rPr lang="en-US"/>
              <a:t>Summary of Positive Results</a:t>
            </a:r>
          </a:p>
        </p:txBody>
      </p:sp>
      <p:sp>
        <p:nvSpPr>
          <p:cNvPr id="3" name="Slide Number Placeholder 2">
            <a:extLst>
              <a:ext uri="{FF2B5EF4-FFF2-40B4-BE49-F238E27FC236}">
                <a16:creationId xmlns:a16="http://schemas.microsoft.com/office/drawing/2014/main" id="{7A7BC721-1337-5892-74F3-9601FB056B81}"/>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14</a:t>
            </a:fld>
            <a:endParaRPr lang="en-US">
              <a:solidFill>
                <a:prstClr val="black"/>
              </a:solidFill>
            </a:endParaRPr>
          </a:p>
        </p:txBody>
      </p:sp>
      <p:sp>
        <p:nvSpPr>
          <p:cNvPr id="4" name="Content Placeholder 3">
            <a:extLst>
              <a:ext uri="{FF2B5EF4-FFF2-40B4-BE49-F238E27FC236}">
                <a16:creationId xmlns:a16="http://schemas.microsoft.com/office/drawing/2014/main" id="{03726A6C-759B-DF19-228C-04B733C497AB}"/>
              </a:ext>
            </a:extLst>
          </p:cNvPr>
          <p:cNvSpPr>
            <a:spLocks noGrp="1"/>
          </p:cNvSpPr>
          <p:nvPr>
            <p:ph idx="1"/>
          </p:nvPr>
        </p:nvSpPr>
        <p:spPr>
          <a:xfrm>
            <a:off x="0" y="688010"/>
            <a:ext cx="7286445" cy="4011042"/>
          </a:xfrm>
        </p:spPr>
        <p:txBody>
          <a:bodyPr/>
          <a:lstStyle/>
          <a:p>
            <a:r>
              <a:rPr lang="en-US" sz="1800" b="0"/>
              <a:t>Fusion is the most solid result. Four-channel RGB+IR early fusion beats RGB-only by +2.8 AP and IR-only by +7.7 AP. For the multi-scale model used in the controller work the gaps are +2.1 and +7.0.</a:t>
            </a:r>
          </a:p>
          <a:p>
            <a:r>
              <a:rPr lang="en-US" sz="1800" b="0"/>
              <a:t>Resolution is a real latency lever. 640 → 480 </a:t>
            </a:r>
            <a:r>
              <a:rPr lang="en-US" sz="1800" b="0" err="1"/>
              <a:t>px</a:t>
            </a:r>
            <a:r>
              <a:rPr lang="en-US" sz="1800" b="0"/>
              <a:t> cuts CPU p95 latency 32.4% (31.1 → 21.0 </a:t>
            </a:r>
            <a:r>
              <a:rPr lang="en-US" sz="1800" b="0" err="1"/>
              <a:t>ms</a:t>
            </a:r>
            <a:r>
              <a:rPr lang="en-US" sz="1800" b="0"/>
              <a:t>).</a:t>
            </a:r>
          </a:p>
          <a:p>
            <a:endParaRPr lang="en-US" sz="1800" b="0"/>
          </a:p>
          <a:p>
            <a:r>
              <a:rPr lang="en-US" sz="1800" b="0"/>
              <a:t> An intermediate resolution is effectively free. 576 </a:t>
            </a:r>
            <a:r>
              <a:rPr lang="en-US" sz="1800" b="0" err="1"/>
              <a:t>px</a:t>
            </a:r>
            <a:r>
              <a:rPr lang="en-US" sz="1800" b="0"/>
              <a:t> costs 15% less mean CPU latency than 640 </a:t>
            </a:r>
            <a:r>
              <a:rPr lang="en-US" sz="1800" b="0" err="1"/>
              <a:t>px</a:t>
            </a:r>
            <a:r>
              <a:rPr lang="en-US" sz="1800" b="0"/>
              <a:t> for a difference of −0.37 AP — within seed noise. Same accuracy, meaningfully cheaper.</a:t>
            </a:r>
          </a:p>
          <a:p>
            <a:endParaRPr lang="en-US" sz="1800" b="0"/>
          </a:p>
          <a:p>
            <a:r>
              <a:rPr lang="en-US" sz="1800" b="0"/>
              <a:t>Image-dependent selection has measurable headroom: a cross-seed oracle reaches +0.6 to +1.8 AP above the best fixed-resolution frontier.</a:t>
            </a:r>
          </a:p>
          <a:p>
            <a:endParaRPr lang="en-US" sz="1800" b="0"/>
          </a:p>
          <a:p>
            <a:r>
              <a:rPr lang="en-US" sz="1800" b="0"/>
              <a:t>That headroom is mostly scene-level. One decision per sequence retains 60–90% of it, which is what makes scene level control worth building.</a:t>
            </a:r>
          </a:p>
          <a:p>
            <a:r>
              <a:rPr lang="en-US" sz="1800" b="0"/>
              <a:t>Learned controllers do find the pattern: +0.4 to +0.9 AP.</a:t>
            </a:r>
          </a:p>
        </p:txBody>
      </p:sp>
    </p:spTree>
    <p:extLst>
      <p:ext uri="{BB962C8B-B14F-4D97-AF65-F5344CB8AC3E}">
        <p14:creationId xmlns:p14="http://schemas.microsoft.com/office/powerpoint/2010/main" val="7745608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E475D-9534-F934-6125-414D17BA6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8F250-87D7-44B7-B2E4-9D8915602A64}"/>
              </a:ext>
            </a:extLst>
          </p:cNvPr>
          <p:cNvSpPr>
            <a:spLocks noGrp="1"/>
          </p:cNvSpPr>
          <p:nvPr>
            <p:ph type="ctrTitle"/>
          </p:nvPr>
        </p:nvSpPr>
        <p:spPr/>
        <p:txBody>
          <a:bodyPr/>
          <a:lstStyle/>
          <a:p>
            <a:r>
              <a:rPr lang="en-US"/>
              <a:t>Discussion of Shortcomings</a:t>
            </a:r>
          </a:p>
        </p:txBody>
      </p:sp>
      <p:sp>
        <p:nvSpPr>
          <p:cNvPr id="3" name="Slide Number Placeholder 2">
            <a:extLst>
              <a:ext uri="{FF2B5EF4-FFF2-40B4-BE49-F238E27FC236}">
                <a16:creationId xmlns:a16="http://schemas.microsoft.com/office/drawing/2014/main" id="{CB04492A-1C2B-4AF1-DB86-F69057CCDA05}"/>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15</a:t>
            </a:fld>
            <a:endParaRPr lang="en-US">
              <a:solidFill>
                <a:prstClr val="black"/>
              </a:solidFill>
            </a:endParaRPr>
          </a:p>
        </p:txBody>
      </p:sp>
      <p:sp>
        <p:nvSpPr>
          <p:cNvPr id="4" name="Content Placeholder 3">
            <a:extLst>
              <a:ext uri="{FF2B5EF4-FFF2-40B4-BE49-F238E27FC236}">
                <a16:creationId xmlns:a16="http://schemas.microsoft.com/office/drawing/2014/main" id="{389DC9F3-6BB5-7E0B-6453-551DB7D9461C}"/>
              </a:ext>
            </a:extLst>
          </p:cNvPr>
          <p:cNvSpPr>
            <a:spLocks noGrp="1"/>
          </p:cNvSpPr>
          <p:nvPr>
            <p:ph idx="1"/>
          </p:nvPr>
        </p:nvSpPr>
        <p:spPr>
          <a:xfrm>
            <a:off x="195532" y="663954"/>
            <a:ext cx="11933208" cy="4713177"/>
          </a:xfrm>
        </p:spPr>
        <p:txBody>
          <a:bodyPr/>
          <a:lstStyle/>
          <a:p>
            <a:r>
              <a:rPr lang="en-US" sz="2000" b="0"/>
              <a:t>Controller overhead sets the real bar. The signal is worth 0.4–0.9 AP, but a millisecond of deciding costs ~0.6 AP — so the design target isn't a better predictor, it’s a nearly free one. That's why the current controller reuses detections the detector has already computed.</a:t>
            </a:r>
          </a:p>
          <a:p>
            <a:endParaRPr lang="en-US" sz="2000" b="0"/>
          </a:p>
          <a:p>
            <a:r>
              <a:rPr lang="en-US" sz="2000" b="0"/>
              <a:t>The headroom is small. A perfect chooser gains 0.6–1.8 AP. </a:t>
            </a:r>
          </a:p>
          <a:p>
            <a:endParaRPr lang="en-US" sz="2000" b="0"/>
          </a:p>
          <a:p>
            <a:r>
              <a:rPr lang="en-US" sz="2000" b="0"/>
              <a:t>M3FD limits what can be shown. Only one test sequence exceeds the 16-frame decision window</a:t>
            </a:r>
          </a:p>
          <a:p>
            <a:endParaRPr lang="en-US" sz="2000" b="0"/>
          </a:p>
          <a:p>
            <a:r>
              <a:rPr lang="en-US" sz="2000" b="0"/>
              <a:t>Results are on a CPU. Haven’t tested on the Jetson Orin yet</a:t>
            </a:r>
          </a:p>
          <a:p>
            <a:pPr marL="0" indent="0">
              <a:buNone/>
            </a:pPr>
            <a:endParaRPr lang="en-US" sz="2000" b="0"/>
          </a:p>
          <a:p>
            <a:r>
              <a:rPr lang="en-US" sz="2000" b="0"/>
              <a:t>Current best is +0.10 AP against a +0.5 AP target</a:t>
            </a:r>
          </a:p>
          <a:p>
            <a:endParaRPr lang="en-US" sz="2000" b="0"/>
          </a:p>
          <a:p>
            <a:r>
              <a:rPr lang="en-US" sz="2000" b="0"/>
              <a:t>Great for latency reduction and accuracy degradation mitigation but not great for both latency reduction and accuracy improvement</a:t>
            </a:r>
          </a:p>
          <a:p>
            <a:endParaRPr lang="en-US" sz="2000" b="0"/>
          </a:p>
        </p:txBody>
      </p:sp>
    </p:spTree>
    <p:extLst>
      <p:ext uri="{BB962C8B-B14F-4D97-AF65-F5344CB8AC3E}">
        <p14:creationId xmlns:p14="http://schemas.microsoft.com/office/powerpoint/2010/main" val="15873761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7C560-BA06-A626-CE47-3F7DCC41632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8AB14F7-2B39-D635-ACA1-12274AC8619F}"/>
              </a:ext>
            </a:extLst>
          </p:cNvPr>
          <p:cNvPicPr>
            <a:picLocks noChangeAspect="1"/>
          </p:cNvPicPr>
          <p:nvPr/>
        </p:nvPicPr>
        <p:blipFill>
          <a:blip r:embed="rId3">
            <a:extLst>
              <a:ext uri="{28A0092B-C50C-407E-A947-70E740481C1C}">
                <a14:useLocalDpi xmlns:a14="http://schemas.microsoft.com/office/drawing/2010/main" val="0"/>
              </a:ext>
            </a:extLst>
          </a:blip>
          <a:srcRect l="1796" t="5025" r="1900" b="5305"/>
          <a:stretch>
            <a:fillRect/>
          </a:stretch>
        </p:blipFill>
        <p:spPr>
          <a:xfrm>
            <a:off x="4495891" y="714037"/>
            <a:ext cx="7696109" cy="5356357"/>
          </a:xfrm>
          <a:prstGeom prst="rect">
            <a:avLst/>
          </a:prstGeom>
        </p:spPr>
      </p:pic>
      <p:sp>
        <p:nvSpPr>
          <p:cNvPr id="2" name="Title 1">
            <a:extLst>
              <a:ext uri="{FF2B5EF4-FFF2-40B4-BE49-F238E27FC236}">
                <a16:creationId xmlns:a16="http://schemas.microsoft.com/office/drawing/2014/main" id="{C46E8F9F-679D-D40F-3C50-886A1521E4A4}"/>
              </a:ext>
            </a:extLst>
          </p:cNvPr>
          <p:cNvSpPr>
            <a:spLocks noGrp="1"/>
          </p:cNvSpPr>
          <p:nvPr>
            <p:ph type="ctrTitle"/>
          </p:nvPr>
        </p:nvSpPr>
        <p:spPr/>
        <p:txBody>
          <a:bodyPr/>
          <a:lstStyle/>
          <a:p>
            <a:r>
              <a:rPr lang="en-US"/>
              <a:t>Conclusion</a:t>
            </a:r>
          </a:p>
        </p:txBody>
      </p:sp>
      <p:sp>
        <p:nvSpPr>
          <p:cNvPr id="3" name="Slide Number Placeholder 2">
            <a:extLst>
              <a:ext uri="{FF2B5EF4-FFF2-40B4-BE49-F238E27FC236}">
                <a16:creationId xmlns:a16="http://schemas.microsoft.com/office/drawing/2014/main" id="{E133C844-0C33-6325-BEBC-EF88E1E6301E}"/>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16</a:t>
            </a:fld>
            <a:endParaRPr lang="en-US">
              <a:solidFill>
                <a:prstClr val="black"/>
              </a:solidFill>
            </a:endParaRPr>
          </a:p>
        </p:txBody>
      </p:sp>
      <p:sp>
        <p:nvSpPr>
          <p:cNvPr id="4" name="Content Placeholder 3">
            <a:extLst>
              <a:ext uri="{FF2B5EF4-FFF2-40B4-BE49-F238E27FC236}">
                <a16:creationId xmlns:a16="http://schemas.microsoft.com/office/drawing/2014/main" id="{B7667B51-FD1E-867F-046E-3081CEDB57EB}"/>
              </a:ext>
            </a:extLst>
          </p:cNvPr>
          <p:cNvSpPr>
            <a:spLocks noGrp="1"/>
          </p:cNvSpPr>
          <p:nvPr>
            <p:ph idx="1"/>
          </p:nvPr>
        </p:nvSpPr>
        <p:spPr>
          <a:xfrm>
            <a:off x="0" y="714037"/>
            <a:ext cx="4831668" cy="5429925"/>
          </a:xfrm>
        </p:spPr>
        <p:txBody>
          <a:bodyPr/>
          <a:lstStyle/>
          <a:p>
            <a:r>
              <a:rPr lang="en-US" sz="1800" b="0"/>
              <a:t>Fusion delivered. RGB+IR beats RGB-only by 2.8 AP and IR-only by 7.7 AP</a:t>
            </a:r>
          </a:p>
          <a:p>
            <a:endParaRPr lang="en-US" sz="1800" b="0"/>
          </a:p>
          <a:p>
            <a:r>
              <a:rPr lang="en-US" sz="1800" b="0"/>
              <a:t>Shrinking the input is a cheap way to go faster. </a:t>
            </a:r>
          </a:p>
          <a:p>
            <a:endParaRPr lang="en-US" sz="1800" b="0"/>
          </a:p>
          <a:p>
            <a:r>
              <a:rPr lang="en-US" sz="1800" b="0"/>
              <a:t>Scenes matter more than individual frames. Making one decision per scene keeps 60 to 90% of the available gain.</a:t>
            </a:r>
          </a:p>
          <a:p>
            <a:endParaRPr lang="en-US" sz="1800" b="0"/>
          </a:p>
          <a:p>
            <a:r>
              <a:rPr lang="en-US" sz="1800" b="0"/>
              <a:t>We built a controller that costs essentially nothing, by reusing detections the detector already produces. </a:t>
            </a:r>
          </a:p>
        </p:txBody>
      </p:sp>
    </p:spTree>
    <p:extLst>
      <p:ext uri="{BB962C8B-B14F-4D97-AF65-F5344CB8AC3E}">
        <p14:creationId xmlns:p14="http://schemas.microsoft.com/office/powerpoint/2010/main" val="921213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23A32-E4EC-6C27-02BF-B69A481F4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332CD-F983-70ED-3A20-4E30D8E7AE49}"/>
              </a:ext>
            </a:extLst>
          </p:cNvPr>
          <p:cNvSpPr>
            <a:spLocks noGrp="1"/>
          </p:cNvSpPr>
          <p:nvPr>
            <p:ph type="ctrTitle"/>
          </p:nvPr>
        </p:nvSpPr>
        <p:spPr/>
        <p:txBody>
          <a:bodyPr/>
          <a:lstStyle/>
          <a:p>
            <a:r>
              <a:rPr lang="en-US"/>
              <a:t>Next Steps</a:t>
            </a:r>
          </a:p>
        </p:txBody>
      </p:sp>
      <p:sp>
        <p:nvSpPr>
          <p:cNvPr id="3" name="Slide Number Placeholder 2">
            <a:extLst>
              <a:ext uri="{FF2B5EF4-FFF2-40B4-BE49-F238E27FC236}">
                <a16:creationId xmlns:a16="http://schemas.microsoft.com/office/drawing/2014/main" id="{70E274FF-1F75-984C-DEDA-9F78FB427E9B}"/>
              </a:ext>
            </a:extLst>
          </p:cNvPr>
          <p:cNvSpPr>
            <a:spLocks noGrp="1"/>
          </p:cNvSpPr>
          <p:nvPr>
            <p:ph type="sldNum" sz="quarter" idx="4"/>
          </p:nvPr>
        </p:nvSpPr>
        <p:spPr/>
        <p:txBody>
          <a:bodyPr/>
          <a:lstStyle/>
          <a:p>
            <a:pPr>
              <a:defRPr/>
            </a:pPr>
            <a:fld id="{65536A9C-6426-45C5-9B4A-30C25CF754AC}" type="slidenum">
              <a:rPr lang="en-US" smtClean="0">
                <a:solidFill>
                  <a:prstClr val="black"/>
                </a:solidFill>
              </a:rPr>
              <a:pPr>
                <a:defRPr/>
              </a:pPr>
              <a:t>17</a:t>
            </a:fld>
            <a:endParaRPr lang="en-US">
              <a:solidFill>
                <a:prstClr val="black"/>
              </a:solidFill>
            </a:endParaRPr>
          </a:p>
        </p:txBody>
      </p:sp>
      <p:sp>
        <p:nvSpPr>
          <p:cNvPr id="4" name="Content Placeholder 3">
            <a:extLst>
              <a:ext uri="{FF2B5EF4-FFF2-40B4-BE49-F238E27FC236}">
                <a16:creationId xmlns:a16="http://schemas.microsoft.com/office/drawing/2014/main" id="{7E5C2CA0-D3B1-6B68-BA5B-FDF687F8ED2B}"/>
              </a:ext>
            </a:extLst>
          </p:cNvPr>
          <p:cNvSpPr>
            <a:spLocks noGrp="1"/>
          </p:cNvSpPr>
          <p:nvPr>
            <p:ph idx="1"/>
          </p:nvPr>
        </p:nvSpPr>
        <p:spPr>
          <a:xfrm>
            <a:off x="0" y="567584"/>
            <a:ext cx="6155177" cy="3619424"/>
          </a:xfrm>
        </p:spPr>
        <p:txBody>
          <a:bodyPr/>
          <a:lstStyle/>
          <a:p>
            <a:r>
              <a:rPr lang="en-US" sz="1800" b="0"/>
              <a:t>Get onto the Jetson Orin</a:t>
            </a:r>
          </a:p>
          <a:p>
            <a:pPr marL="0" indent="0">
              <a:buNone/>
            </a:pPr>
            <a:endParaRPr lang="en-US" sz="1800" b="0"/>
          </a:p>
          <a:p>
            <a:r>
              <a:rPr lang="en-US" sz="1800" b="0"/>
              <a:t>Measure energy, not just time</a:t>
            </a:r>
          </a:p>
          <a:p>
            <a:endParaRPr lang="en-US" sz="1800" b="0"/>
          </a:p>
          <a:p>
            <a:r>
              <a:rPr lang="en-US" sz="1800" b="0"/>
              <a:t>Test on longer video</a:t>
            </a:r>
          </a:p>
          <a:p>
            <a:endParaRPr lang="en-US" sz="1800" b="0"/>
          </a:p>
          <a:p>
            <a:r>
              <a:rPr lang="en-US" sz="1800" b="0"/>
              <a:t>Tighten the evidence. More seeds and narrower intervals</a:t>
            </a:r>
          </a:p>
          <a:p>
            <a:endParaRPr lang="en-US" sz="1800" b="0"/>
          </a:p>
          <a:p>
            <a:r>
              <a:rPr lang="en-US" sz="1800" b="0"/>
              <a:t>GUI Development once a decent model is made</a:t>
            </a:r>
          </a:p>
          <a:p>
            <a:endParaRPr lang="en-US" sz="1800" b="0"/>
          </a:p>
          <a:p>
            <a:r>
              <a:rPr lang="en-US" sz="1800" b="0"/>
              <a:t>Controller Design Branches:</a:t>
            </a:r>
          </a:p>
          <a:p>
            <a:pPr lvl="1"/>
            <a:r>
              <a:rPr lang="en-US" sz="1600" b="0"/>
              <a:t>Average the features over the whole window, not just the last frame. Som the decision covering 16 frames rest on one frame’s detections</a:t>
            </a:r>
          </a:p>
          <a:p>
            <a:pPr lvl="1"/>
            <a:r>
              <a:rPr lang="en-US" sz="1600" b="0"/>
              <a:t>Invert the problem. First run cheap, then retry when unsure. Only rerun resolution on cheap frames when there is doubt</a:t>
            </a:r>
          </a:p>
          <a:p>
            <a:pPr lvl="1"/>
            <a:r>
              <a:rPr lang="en-US" sz="1600" b="0"/>
              <a:t>Decide at scene changes instead of every 16 frames</a:t>
            </a:r>
          </a:p>
          <a:p>
            <a:pPr lvl="1"/>
            <a:endParaRPr lang="en-US" sz="1600" b="0"/>
          </a:p>
          <a:p>
            <a:pPr lvl="1"/>
            <a:endParaRPr lang="en-US" sz="1600" b="0"/>
          </a:p>
        </p:txBody>
      </p:sp>
      <p:pic>
        <p:nvPicPr>
          <p:cNvPr id="6" name="Picture 5">
            <a:extLst>
              <a:ext uri="{FF2B5EF4-FFF2-40B4-BE49-F238E27FC236}">
                <a16:creationId xmlns:a16="http://schemas.microsoft.com/office/drawing/2014/main" id="{ADDCB142-0A65-1233-A30C-F93614EC74C0}"/>
              </a:ext>
            </a:extLst>
          </p:cNvPr>
          <p:cNvPicPr>
            <a:picLocks noChangeAspect="1"/>
          </p:cNvPicPr>
          <p:nvPr/>
        </p:nvPicPr>
        <p:blipFill>
          <a:blip r:embed="rId3">
            <a:extLst>
              <a:ext uri="{28A0092B-C50C-407E-A947-70E740481C1C}">
                <a14:useLocalDpi xmlns:a14="http://schemas.microsoft.com/office/drawing/2010/main" val="0"/>
              </a:ext>
            </a:extLst>
          </a:blip>
          <a:srcRect l="1796" t="5025" r="1900" b="5305"/>
          <a:stretch>
            <a:fillRect/>
          </a:stretch>
        </p:blipFill>
        <p:spPr>
          <a:xfrm>
            <a:off x="5512035" y="774001"/>
            <a:ext cx="6679965" cy="4649139"/>
          </a:xfrm>
          <a:prstGeom prst="rect">
            <a:avLst/>
          </a:prstGeom>
        </p:spPr>
      </p:pic>
    </p:spTree>
    <p:extLst>
      <p:ext uri="{BB962C8B-B14F-4D97-AF65-F5344CB8AC3E}">
        <p14:creationId xmlns:p14="http://schemas.microsoft.com/office/powerpoint/2010/main" val="8938622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Presentation3 [1787803024332]">
  <a:themeElements>
    <a:clrScheme name="Office">
      <a:dk1>
        <a:srgbClr val="000000"/>
      </a:dk1>
      <a:lt1>
        <a:srgbClr val="FFFFFF"/>
      </a:lt1>
      <a:dk2>
        <a:srgbClr val="73000A"/>
      </a:dk2>
      <a:lt2>
        <a:srgbClr val="F2F0F0"/>
      </a:lt2>
      <a:accent1>
        <a:srgbClr val="73000A"/>
      </a:accent1>
      <a:accent2>
        <a:srgbClr val="000000"/>
      </a:accent2>
      <a:accent3>
        <a:srgbClr val="CC2E40"/>
      </a:accent3>
      <a:accent4>
        <a:srgbClr val="767676"/>
      </a:accent4>
      <a:accent5>
        <a:srgbClr val="A6A6A6"/>
      </a:accent5>
      <a:accent6>
        <a:srgbClr val="D9D2D2"/>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FAB872B-F640-44E0-A161-96F7B3803C2B}">
  <we:reference id="WA200010001" version="1.0.0.1" store="Omex" storeType="OMEX"/>
  <we:alternateReferences>
    <we:reference id="WA200010001" version="1.0.0.1" store="WA200010001" storeType="OMEX"/>
  </we:alternateReferences>
  <we:properties>
    <we:property name="claude.fileId" value="&quot;4012b537-323a-460a-b1be-56f7977db12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17</Slides>
  <Notes>7</Notes>
  <HiddenSlides>1</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Presentation3 [1787803024332]</vt:lpstr>
      <vt:lpstr>PowerPoint Presentation</vt:lpstr>
      <vt:lpstr>Proposed Problem</vt:lpstr>
      <vt:lpstr>Initial Hypotheses</vt:lpstr>
      <vt:lpstr>Proposed Pipeline</vt:lpstr>
      <vt:lpstr>Tested Pipeline - Full</vt:lpstr>
      <vt:lpstr>Tested Pipeline – 4 channel Stack</vt:lpstr>
      <vt:lpstr>Tested Pipeline – Resize to R</vt:lpstr>
      <vt:lpstr>Tested Pipeline – YOLO26n</vt:lpstr>
      <vt:lpstr>Tested Pipeline – Top K + rescale</vt:lpstr>
      <vt:lpstr>Tested Pipeline – Top K + rescale</vt:lpstr>
      <vt:lpstr>Tested Pipeline – Resolution Controller</vt:lpstr>
      <vt:lpstr>Resolution Controller</vt:lpstr>
      <vt:lpstr>Results - Resolution</vt:lpstr>
      <vt:lpstr>Summary of Positive Results</vt:lpstr>
      <vt:lpstr>Discussion of Shortcomings</vt:lpstr>
      <vt:lpstr>Conclusion</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mae</dc:creator>
  <cp:revision>1</cp:revision>
  <dcterms:created xsi:type="dcterms:W3CDTF">2009-07-31T19:10:46Z</dcterms:created>
  <dcterms:modified xsi:type="dcterms:W3CDTF">2026-10-22T19:09:42Z</dcterms:modified>
</cp:coreProperties>
</file>