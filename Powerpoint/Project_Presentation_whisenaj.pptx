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6"/>
  </p:notesMasterIdLst>
  <p:sldIdLst>
    <p:sldId id="584" r:id="rId2"/>
    <p:sldId id="582" r:id="rId3"/>
    <p:sldId id="583" r:id="rId4"/>
    <p:sldId id="569" r:id="rId5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U, JUNLIN" initials="OJ" lastIdx="1" clrIdx="0">
    <p:extLst>
      <p:ext uri="{19B8F6BF-5375-455C-9EA6-DF929625EA0E}">
        <p15:presenceInfo xmlns:p15="http://schemas.microsoft.com/office/powerpoint/2012/main" userId="S::OUJ@email.sc.edu::c06d58a2-1d20-4fed-b248-0da1686416c7" providerId="AD"/>
      </p:ext>
    </p:extLst>
  </p:cmAuthor>
  <p:cmAuthor id="2" name="WANG, YI" initials="WY" lastIdx="7" clrIdx="1">
    <p:extLst>
      <p:ext uri="{19B8F6BF-5375-455C-9EA6-DF929625EA0E}">
        <p15:presenceInfo xmlns:p15="http://schemas.microsoft.com/office/powerpoint/2012/main" userId="WANG, Y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3000A"/>
    <a:srgbClr val="FF3300"/>
    <a:srgbClr val="FF66FF"/>
    <a:srgbClr val="FFFF66"/>
    <a:srgbClr val="FF6600"/>
    <a:srgbClr val="0033CC"/>
    <a:srgbClr val="FFFF99"/>
    <a:srgbClr val="FFFFCC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C592B9-BC53-4450-87DA-04EE78661C13}" v="40" dt="2026-09-01T16:43:43.932"/>
    <p1510:client id="{E09E361E-2A4E-891C-5A75-09F4877458A2}" v="1" dt="2026-09-01T16:43:26.5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senant, Jacob" userId="a4a55c47-34cd-4b98-ad1a-13907efc6051" providerId="ADAL" clId="{B73C1743-E0AE-4470-BF91-847020C122BC}"/>
    <pc:docChg chg="undo custSel modSld sldOrd">
      <pc:chgData name="Whisenant, Jacob" userId="a4a55c47-34cd-4b98-ad1a-13907efc6051" providerId="ADAL" clId="{B73C1743-E0AE-4470-BF91-847020C122BC}" dt="2026-09-01T18:57:01.318" v="78" actId="20577"/>
      <pc:docMkLst>
        <pc:docMk/>
      </pc:docMkLst>
      <pc:sldChg chg="addSp delSp modSp mod">
        <pc:chgData name="Whisenant, Jacob" userId="a4a55c47-34cd-4b98-ad1a-13907efc6051" providerId="ADAL" clId="{B73C1743-E0AE-4470-BF91-847020C122BC}" dt="2026-09-01T18:57:01.318" v="78" actId="20577"/>
        <pc:sldMkLst>
          <pc:docMk/>
          <pc:sldMk cId="1186069932" sldId="582"/>
        </pc:sldMkLst>
        <pc:spChg chg="mod">
          <ac:chgData name="Whisenant, Jacob" userId="a4a55c47-34cd-4b98-ad1a-13907efc6051" providerId="ADAL" clId="{B73C1743-E0AE-4470-BF91-847020C122BC}" dt="2026-09-01T18:57:01.318" v="78" actId="20577"/>
          <ac:spMkLst>
            <pc:docMk/>
            <pc:sldMk cId="1186069932" sldId="582"/>
            <ac:spMk id="4" creationId="{DC860DD2-6DFB-E7F7-6693-F8999F695690}"/>
          </ac:spMkLst>
        </pc:spChg>
        <pc:spChg chg="add mod">
          <ac:chgData name="Whisenant, Jacob" userId="a4a55c47-34cd-4b98-ad1a-13907efc6051" providerId="ADAL" clId="{B73C1743-E0AE-4470-BF91-847020C122BC}" dt="2026-08-27T16:37:10.851" v="56" actId="14100"/>
          <ac:spMkLst>
            <pc:docMk/>
            <pc:sldMk cId="1186069932" sldId="582"/>
            <ac:spMk id="13" creationId="{E29EB5D1-0417-8A8F-3201-37C5D10B97D1}"/>
          </ac:spMkLst>
        </pc:spChg>
        <pc:picChg chg="add mod modCrop">
          <ac:chgData name="Whisenant, Jacob" userId="a4a55c47-34cd-4b98-ad1a-13907efc6051" providerId="ADAL" clId="{B73C1743-E0AE-4470-BF91-847020C122BC}" dt="2026-08-27T16:36:44.039" v="54" actId="1076"/>
          <ac:picMkLst>
            <pc:docMk/>
            <pc:sldMk cId="1186069932" sldId="582"/>
            <ac:picMk id="11" creationId="{70F990D6-4F0B-C7EE-E56A-C7A478710139}"/>
          </ac:picMkLst>
        </pc:picChg>
      </pc:sldChg>
      <pc:sldChg chg="ord">
        <pc:chgData name="Whisenant, Jacob" userId="a4a55c47-34cd-4b98-ad1a-13907efc6051" providerId="ADAL" clId="{B73C1743-E0AE-4470-BF91-847020C122BC}" dt="2026-08-27T16:22:19.664" v="31" actId="20578"/>
        <pc:sldMkLst>
          <pc:docMk/>
          <pc:sldMk cId="1659234710" sldId="584"/>
        </pc:sldMkLst>
      </pc:sldChg>
    </pc:docChg>
  </pc:docChgLst>
  <pc:docChgLst>
    <pc:chgData name="Whisenant, Jacob" userId="S::whisenaj@email.sc.edu::a4a55c47-34cd-4b98-ad1a-13907efc6051" providerId="AD" clId="Web-{E09E361E-2A4E-891C-5A75-09F4877458A2}"/>
    <pc:docChg chg="modSld">
      <pc:chgData name="Whisenant, Jacob" userId="S::whisenaj@email.sc.edu::a4a55c47-34cd-4b98-ad1a-13907efc6051" providerId="AD" clId="Web-{E09E361E-2A4E-891C-5A75-09F4877458A2}" dt="2026-09-01T16:43:26.580" v="0" actId="20577"/>
      <pc:docMkLst>
        <pc:docMk/>
      </pc:docMkLst>
      <pc:sldChg chg="modSp">
        <pc:chgData name="Whisenant, Jacob" userId="S::whisenaj@email.sc.edu::a4a55c47-34cd-4b98-ad1a-13907efc6051" providerId="AD" clId="Web-{E09E361E-2A4E-891C-5A75-09F4877458A2}" dt="2026-09-01T16:43:26.580" v="0" actId="20577"/>
        <pc:sldMkLst>
          <pc:docMk/>
          <pc:sldMk cId="1186069932" sldId="582"/>
        </pc:sldMkLst>
        <pc:spChg chg="mod">
          <ac:chgData name="Whisenant, Jacob" userId="S::whisenaj@email.sc.edu::a4a55c47-34cd-4b98-ad1a-13907efc6051" providerId="AD" clId="Web-{E09E361E-2A4E-891C-5A75-09F4877458A2}" dt="2026-09-01T16:43:26.580" v="0" actId="20577"/>
          <ac:spMkLst>
            <pc:docMk/>
            <pc:sldMk cId="1186069932" sldId="582"/>
            <ac:spMk id="4" creationId="{DC860DD2-6DFB-E7F7-6693-F8999F695690}"/>
          </ac:spMkLst>
        </pc:spChg>
      </pc:sldChg>
    </pc:docChg>
  </pc:docChgLst>
  <pc:docChgLst>
    <pc:chgData name="Whisenant, Jacob" userId="a4a55c47-34cd-4b98-ad1a-13907efc6051" providerId="ADAL" clId="{3E428202-D9CF-43A6-AFBA-4C6CC466B863}"/>
    <pc:docChg chg="delSld modSld delMainMaster">
      <pc:chgData name="Whisenant, Jacob" userId="a4a55c47-34cd-4b98-ad1a-13907efc6051" providerId="ADAL" clId="{3E428202-D9CF-43A6-AFBA-4C6CC466B863}" dt="2026-09-01T16:43:43.932" v="14" actId="1076"/>
      <pc:docMkLst>
        <pc:docMk/>
      </pc:docMkLst>
      <pc:sldChg chg="addSp modSp mod">
        <pc:chgData name="Whisenant, Jacob" userId="a4a55c47-34cd-4b98-ad1a-13907efc6051" providerId="ADAL" clId="{3E428202-D9CF-43A6-AFBA-4C6CC466B863}" dt="2026-09-01T16:43:43.932" v="14" actId="1076"/>
        <pc:sldMkLst>
          <pc:docMk/>
          <pc:sldMk cId="1186069932" sldId="582"/>
        </pc:sldMkLst>
        <pc:spChg chg="mod">
          <ac:chgData name="Whisenant, Jacob" userId="a4a55c47-34cd-4b98-ad1a-13907efc6051" providerId="ADAL" clId="{3E428202-D9CF-43A6-AFBA-4C6CC466B863}" dt="2026-09-01T16:43:40.316" v="13" actId="20577"/>
          <ac:spMkLst>
            <pc:docMk/>
            <pc:sldMk cId="1186069932" sldId="582"/>
            <ac:spMk id="4" creationId="{DC860DD2-6DFB-E7F7-6693-F8999F695690}"/>
          </ac:spMkLst>
        </pc:spChg>
        <pc:spChg chg="mod">
          <ac:chgData name="Whisenant, Jacob" userId="a4a55c47-34cd-4b98-ad1a-13907efc6051" providerId="ADAL" clId="{3E428202-D9CF-43A6-AFBA-4C6CC466B863}" dt="2026-09-01T16:43:43.932" v="14" actId="1076"/>
          <ac:spMkLst>
            <pc:docMk/>
            <pc:sldMk cId="1186069932" sldId="582"/>
            <ac:spMk id="13" creationId="{E29EB5D1-0417-8A8F-3201-37C5D10B97D1}"/>
          </ac:spMkLst>
        </pc:spChg>
        <pc:picChg chg="add mod modCrop">
          <ac:chgData name="Whisenant, Jacob" userId="a4a55c47-34cd-4b98-ad1a-13907efc6051" providerId="ADAL" clId="{3E428202-D9CF-43A6-AFBA-4C6CC466B863}" dt="2026-08-27T17:36:17.584" v="9" actId="1076"/>
          <ac:picMkLst>
            <pc:docMk/>
            <pc:sldMk cId="1186069932" sldId="582"/>
            <ac:picMk id="6" creationId="{A281A4D4-00A7-306D-DCDB-15492B520327}"/>
          </ac:picMkLst>
        </pc:picChg>
        <pc:picChg chg="mod modCrop">
          <ac:chgData name="Whisenant, Jacob" userId="a4a55c47-34cd-4b98-ad1a-13907efc6051" providerId="ADAL" clId="{3E428202-D9CF-43A6-AFBA-4C6CC466B863}" dt="2026-08-27T17:35:45.301" v="3" actId="732"/>
          <ac:picMkLst>
            <pc:docMk/>
            <pc:sldMk cId="1186069932" sldId="582"/>
            <ac:picMk id="11" creationId="{70F990D6-4F0B-C7EE-E56A-C7A478710139}"/>
          </ac:picMkLst>
        </pc:picChg>
      </pc:sldChg>
    </pc:docChg>
  </pc:docChgLst>
  <pc:docChgLst>
    <pc:chgData name="Whisenant, Jacob" userId="a4a55c47-34cd-4b98-ad1a-13907efc6051" providerId="ADAL" clId="{63F9A627-6294-4D6F-8D7C-023BC26F2785}"/>
    <pc:docChg chg="custSel addSld delSld modSld addMainMaster delMainMaster">
      <pc:chgData name="Whisenant, Jacob" userId="a4a55c47-34cd-4b98-ad1a-13907efc6051" providerId="ADAL" clId="{63F9A627-6294-4D6F-8D7C-023BC26F2785}" dt="2026-08-27T03:57:37.167" v="10" actId="478"/>
      <pc:docMkLst>
        <pc:docMk/>
      </pc:docMkLst>
      <pc:sldChg chg="modSp mod modClrScheme chgLayout">
        <pc:chgData name="Whisenant, Jacob" userId="a4a55c47-34cd-4b98-ad1a-13907efc6051" providerId="ADAL" clId="{63F9A627-6294-4D6F-8D7C-023BC26F2785}" dt="2026-08-27T03:57:17.120" v="8" actId="14100"/>
        <pc:sldMkLst>
          <pc:docMk/>
          <pc:sldMk cId="1023489742" sldId="569"/>
        </pc:sldMkLst>
        <pc:spChg chg="mod ord">
          <ac:chgData name="Whisenant, Jacob" userId="a4a55c47-34cd-4b98-ad1a-13907efc6051" providerId="ADAL" clId="{63F9A627-6294-4D6F-8D7C-023BC26F2785}" dt="2026-08-27T03:57:04.977" v="4"/>
          <ac:spMkLst>
            <pc:docMk/>
            <pc:sldMk cId="1023489742" sldId="569"/>
            <ac:spMk id="2" creationId="{96D57DB0-82AF-9184-F897-2ED1BC6E4751}"/>
          </ac:spMkLst>
        </pc:spChg>
        <pc:spChg chg="mod ord">
          <ac:chgData name="Whisenant, Jacob" userId="a4a55c47-34cd-4b98-ad1a-13907efc6051" providerId="ADAL" clId="{63F9A627-6294-4D6F-8D7C-023BC26F2785}" dt="2026-08-27T03:57:04.977" v="4"/>
          <ac:spMkLst>
            <pc:docMk/>
            <pc:sldMk cId="1023489742" sldId="569"/>
            <ac:spMk id="3" creationId="{0808B3E3-1185-45AD-4BD3-48F91BD25E9E}"/>
          </ac:spMkLst>
        </pc:spChg>
        <pc:spChg chg="mod ord">
          <ac:chgData name="Whisenant, Jacob" userId="a4a55c47-34cd-4b98-ad1a-13907efc6051" providerId="ADAL" clId="{63F9A627-6294-4D6F-8D7C-023BC26F2785}" dt="2026-08-27T03:57:17.120" v="8" actId="14100"/>
          <ac:spMkLst>
            <pc:docMk/>
            <pc:sldMk cId="1023489742" sldId="569"/>
            <ac:spMk id="9" creationId="{9BE6B35C-0D6F-0E68-3250-5039B89A118E}"/>
          </ac:spMkLst>
        </pc:spChg>
      </pc:sldChg>
      <pc:sldChg chg="modSp mod modClrScheme chgLayout">
        <pc:chgData name="Whisenant, Jacob" userId="a4a55c47-34cd-4b98-ad1a-13907efc6051" providerId="ADAL" clId="{63F9A627-6294-4D6F-8D7C-023BC26F2785}" dt="2026-08-27T03:57:29.162" v="9" actId="14100"/>
        <pc:sldMkLst>
          <pc:docMk/>
          <pc:sldMk cId="1186069932" sldId="582"/>
        </pc:sldMkLst>
        <pc:spChg chg="mod ord">
          <ac:chgData name="Whisenant, Jacob" userId="a4a55c47-34cd-4b98-ad1a-13907efc6051" providerId="ADAL" clId="{63F9A627-6294-4D6F-8D7C-023BC26F2785}" dt="2026-08-27T03:57:04.974" v="2"/>
          <ac:spMkLst>
            <pc:docMk/>
            <pc:sldMk cId="1186069932" sldId="582"/>
            <ac:spMk id="2" creationId="{01B04EDB-FBEA-9035-9C56-5922C69EDBC4}"/>
          </ac:spMkLst>
        </pc:spChg>
        <pc:spChg chg="mod ord">
          <ac:chgData name="Whisenant, Jacob" userId="a4a55c47-34cd-4b98-ad1a-13907efc6051" providerId="ADAL" clId="{63F9A627-6294-4D6F-8D7C-023BC26F2785}" dt="2026-08-27T03:57:04.974" v="2"/>
          <ac:spMkLst>
            <pc:docMk/>
            <pc:sldMk cId="1186069932" sldId="582"/>
            <ac:spMk id="3" creationId="{03B299E6-81C0-E304-55CC-427F8E548186}"/>
          </ac:spMkLst>
        </pc:spChg>
        <pc:spChg chg="mod ord">
          <ac:chgData name="Whisenant, Jacob" userId="a4a55c47-34cd-4b98-ad1a-13907efc6051" providerId="ADAL" clId="{63F9A627-6294-4D6F-8D7C-023BC26F2785}" dt="2026-08-27T03:57:29.162" v="9" actId="14100"/>
          <ac:spMkLst>
            <pc:docMk/>
            <pc:sldMk cId="1186069932" sldId="582"/>
            <ac:spMk id="4" creationId="{DC860DD2-6DFB-E7F7-6693-F8999F695690}"/>
          </ac:spMkLst>
        </pc:spChg>
      </pc:sldChg>
      <pc:sldChg chg="addSp delSp modSp mod modClrScheme chgLayout">
        <pc:chgData name="Whisenant, Jacob" userId="a4a55c47-34cd-4b98-ad1a-13907efc6051" providerId="ADAL" clId="{63F9A627-6294-4D6F-8D7C-023BC26F2785}" dt="2026-08-27T03:57:37.167" v="10" actId="478"/>
        <pc:sldMkLst>
          <pc:docMk/>
          <pc:sldMk cId="3325664814" sldId="583"/>
        </pc:sldMkLst>
        <pc:spChg chg="mod ord">
          <ac:chgData name="Whisenant, Jacob" userId="a4a55c47-34cd-4b98-ad1a-13907efc6051" providerId="ADAL" clId="{63F9A627-6294-4D6F-8D7C-023BC26F2785}" dt="2026-08-27T03:57:04.976" v="3"/>
          <ac:spMkLst>
            <pc:docMk/>
            <pc:sldMk cId="3325664814" sldId="583"/>
            <ac:spMk id="2" creationId="{159DA7E5-B0EF-C1C6-CF02-6EF5510978CA}"/>
          </ac:spMkLst>
        </pc:spChg>
        <pc:spChg chg="mod ord">
          <ac:chgData name="Whisenant, Jacob" userId="a4a55c47-34cd-4b98-ad1a-13907efc6051" providerId="ADAL" clId="{63F9A627-6294-4D6F-8D7C-023BC26F2785}" dt="2026-08-27T03:57:04.976" v="3"/>
          <ac:spMkLst>
            <pc:docMk/>
            <pc:sldMk cId="3325664814" sldId="583"/>
            <ac:spMk id="3" creationId="{07692618-C501-E044-D7BA-DC9751877BAE}"/>
          </ac:spMkLst>
        </pc:spChg>
      </pc:sldChg>
      <pc:sldChg chg="add">
        <pc:chgData name="Whisenant, Jacob" userId="a4a55c47-34cd-4b98-ad1a-13907efc6051" providerId="ADAL" clId="{63F9A627-6294-4D6F-8D7C-023BC26F2785}" dt="2026-08-27T03:57:04.805" v="0"/>
        <pc:sldMkLst>
          <pc:docMk/>
          <pc:sldMk cId="1659234710" sldId="584"/>
        </pc:sldMkLst>
      </pc:sldChg>
      <pc:sldMasterChg chg="add addSldLayout">
        <pc:chgData name="Whisenant, Jacob" userId="a4a55c47-34cd-4b98-ad1a-13907efc6051" providerId="ADAL" clId="{63F9A627-6294-4D6F-8D7C-023BC26F2785}" dt="2026-08-27T03:57:04.805" v="0"/>
        <pc:sldMasterMkLst>
          <pc:docMk/>
          <pc:sldMasterMk cId="0" sldId="2147483714"/>
        </pc:sldMasterMkLst>
        <pc:sldLayoutChg chg="add">
          <pc:chgData name="Whisenant, Jacob" userId="a4a55c47-34cd-4b98-ad1a-13907efc6051" providerId="ADAL" clId="{63F9A627-6294-4D6F-8D7C-023BC26F2785}" dt="2026-08-27T03:57:04.805" v="0"/>
          <pc:sldLayoutMkLst>
            <pc:docMk/>
            <pc:sldMasterMk cId="0" sldId="2147483714"/>
            <pc:sldLayoutMk cId="0" sldId="2147483715"/>
          </pc:sldLayoutMkLst>
        </pc:sldLayoutChg>
        <pc:sldLayoutChg chg="add">
          <pc:chgData name="Whisenant, Jacob" userId="a4a55c47-34cd-4b98-ad1a-13907efc6051" providerId="ADAL" clId="{63F9A627-6294-4D6F-8D7C-023BC26F2785}" dt="2026-08-27T03:57:04.805" v="0"/>
          <pc:sldLayoutMkLst>
            <pc:docMk/>
            <pc:sldMasterMk cId="0" sldId="2147483714"/>
            <pc:sldLayoutMk cId="0" sldId="2147483716"/>
          </pc:sldLayoutMkLst>
        </pc:sldLayoutChg>
        <pc:sldLayoutChg chg="add">
          <pc:chgData name="Whisenant, Jacob" userId="a4a55c47-34cd-4b98-ad1a-13907efc6051" providerId="ADAL" clId="{63F9A627-6294-4D6F-8D7C-023BC26F2785}" dt="2026-08-27T03:57:04.805" v="0"/>
          <pc:sldLayoutMkLst>
            <pc:docMk/>
            <pc:sldMasterMk cId="0" sldId="2147483714"/>
            <pc:sldLayoutMk cId="736419848" sldId="2147483717"/>
          </pc:sldLayoutMkLst>
        </pc:sldLayoutChg>
        <pc:sldLayoutChg chg="add">
          <pc:chgData name="Whisenant, Jacob" userId="a4a55c47-34cd-4b98-ad1a-13907efc6051" providerId="ADAL" clId="{63F9A627-6294-4D6F-8D7C-023BC26F2785}" dt="2026-08-27T03:57:04.805" v="0"/>
          <pc:sldLayoutMkLst>
            <pc:docMk/>
            <pc:sldMasterMk cId="0" sldId="2147483714"/>
            <pc:sldLayoutMk cId="149374087" sldId="214748371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BA7520D6-A7EB-414F-9D47-66FEF54C4633}" type="datetimeFigureOut">
              <a:rPr lang="en-US"/>
              <a:pPr>
                <a:defRPr/>
              </a:pPr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DF44F9CC-9114-4469-858A-A3FCAF6637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098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F44F9CC-9114-4469-858A-A3FCAF66374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14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F44F9CC-9114-4469-858A-A3FCAF66374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40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cec.sc.edu/wang" TargetMode="External"/><Relationship Id="rId2" Type="http://schemas.openxmlformats.org/officeDocument/2006/relationships/hyperlink" Target="mailto:yiwang@cec.sc.edu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cec.sc.edu/wang" TargetMode="External"/><Relationship Id="rId2" Type="http://schemas.openxmlformats.org/officeDocument/2006/relationships/hyperlink" Target="mailto:yiwang@cec.sc.edu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83E7AE-6A59-CB70-578B-6D269946DC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59036" y="4842019"/>
            <a:ext cx="2673927" cy="16739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SE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0" y="34184"/>
            <a:ext cx="12192000" cy="533400"/>
          </a:xfrm>
          <a:prstGeom prst="rect">
            <a:avLst/>
          </a:prstGeom>
        </p:spPr>
        <p:txBody>
          <a:bodyPr/>
          <a:lstStyle>
            <a:lvl1pPr>
              <a:defRPr sz="3200" b="1" baseline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982899" y="6383400"/>
            <a:ext cx="7112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5536A9C-6426-45C5-9B4A-30C25CF754A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1" name="Straight Connector 10"/>
          <p:cNvCxnSpPr>
            <a:cxnSpLocks noChangeShapeType="1"/>
          </p:cNvCxnSpPr>
          <p:nvPr userDrawn="1"/>
        </p:nvCxnSpPr>
        <p:spPr bwMode="auto">
          <a:xfrm>
            <a:off x="0" y="609600"/>
            <a:ext cx="12192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 type="none" w="sm" len="lg"/>
          </a:ln>
        </p:spPr>
      </p:cxnSp>
      <p:cxnSp>
        <p:nvCxnSpPr>
          <p:cNvPr id="5" name="Straight Connector 4"/>
          <p:cNvCxnSpPr/>
          <p:nvPr userDrawn="1"/>
        </p:nvCxnSpPr>
        <p:spPr>
          <a:xfrm>
            <a:off x="0" y="6357198"/>
            <a:ext cx="1219200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2">
            <a:extLst>
              <a:ext uri="{FF2B5EF4-FFF2-40B4-BE49-F238E27FC236}">
                <a16:creationId xmlns:a16="http://schemas.microsoft.com/office/drawing/2014/main" id="{D7431D1A-F6F1-4628-99F3-F2DD60F44E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66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906566" y="842859"/>
            <a:ext cx="10515600" cy="4351338"/>
          </a:xfrm>
        </p:spPr>
        <p:txBody>
          <a:bodyPr/>
          <a:lstStyle>
            <a:lvl1pPr>
              <a:spcBef>
                <a:spcPts val="400"/>
              </a:spcBef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12" name="Footer Text"/>
          <p:cNvSpPr txBox="1"/>
          <p:nvPr/>
        </p:nvSpPr>
        <p:spPr>
          <a:xfrm>
            <a:off x="6858000" y="6426200"/>
            <a:ext cx="48768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000">
                <a:solidFill>
                  <a:srgbClr val="767676"/>
                </a:solidFill>
              </a:rPr>
              <a:t>Department of Mechanical Engineering  |  University of South Carolina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SE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0" y="34184"/>
            <a:ext cx="12192000" cy="533400"/>
          </a:xfrm>
          <a:prstGeom prst="rect">
            <a:avLst/>
          </a:prstGeom>
        </p:spPr>
        <p:txBody>
          <a:bodyPr/>
          <a:lstStyle>
            <a:lvl1pPr>
              <a:defRPr sz="3200" b="1" baseline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982899" y="6383400"/>
            <a:ext cx="7112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5536A9C-6426-45C5-9B4A-30C25CF754A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1" name="Straight Connector 10"/>
          <p:cNvCxnSpPr>
            <a:cxnSpLocks noChangeShapeType="1"/>
          </p:cNvCxnSpPr>
          <p:nvPr userDrawn="1"/>
        </p:nvCxnSpPr>
        <p:spPr bwMode="auto">
          <a:xfrm>
            <a:off x="0" y="609600"/>
            <a:ext cx="12192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 type="none" w="sm" len="lg"/>
          </a:ln>
        </p:spPr>
      </p:cxnSp>
      <p:cxnSp>
        <p:nvCxnSpPr>
          <p:cNvPr id="5" name="Straight Connector 4"/>
          <p:cNvCxnSpPr/>
          <p:nvPr userDrawn="1"/>
        </p:nvCxnSpPr>
        <p:spPr>
          <a:xfrm>
            <a:off x="0" y="6357198"/>
            <a:ext cx="1219200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2">
            <a:extLst>
              <a:ext uri="{FF2B5EF4-FFF2-40B4-BE49-F238E27FC236}">
                <a16:creationId xmlns:a16="http://schemas.microsoft.com/office/drawing/2014/main" id="{D7431D1A-F6F1-4628-99F3-F2DD60F44E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66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DC9D8D86-D5DF-3751-DAB5-92B581F9757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43380" y="5844078"/>
            <a:ext cx="7772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 baseline="0">
                <a:solidFill>
                  <a:schemeClr val="tx2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000" i="1"/>
              <a:t>Thank You for Your Attention !</a:t>
            </a: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E11F9D73-3FAB-FA1A-40E6-3CA0B33DEE2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058441" y="5114852"/>
            <a:ext cx="3842510" cy="1200329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0" bIns="45720">
            <a:spAutoFit/>
          </a:bodyPr>
          <a:lstStyle>
            <a:lvl1pPr marL="117475" indent="-117475" eaLnBrk="0" hangingPunct="0"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1">
                <a:latin typeface="+mn-lt"/>
              </a:rPr>
              <a:t>University of South Carolina</a:t>
            </a:r>
          </a:p>
          <a:p>
            <a:r>
              <a:rPr lang="en-US" altLang="en-US" sz="1200" b="1">
                <a:latin typeface="+mn-lt"/>
              </a:rPr>
              <a:t>Department of Mechanical Engineering </a:t>
            </a:r>
          </a:p>
          <a:p>
            <a:r>
              <a:rPr lang="en-US" altLang="en-US" sz="1200">
                <a:latin typeface="+mn-lt"/>
              </a:rPr>
              <a:t>Name: ????</a:t>
            </a:r>
          </a:p>
          <a:p>
            <a:r>
              <a:rPr lang="en-US" altLang="en-US" sz="1200">
                <a:latin typeface="+mn-lt"/>
              </a:rPr>
              <a:t>Phone: 	(803) ???-???</a:t>
            </a:r>
          </a:p>
          <a:p>
            <a:r>
              <a:rPr lang="en-US" altLang="en-US" sz="1200">
                <a:latin typeface="+mn-lt"/>
              </a:rPr>
              <a:t>Email:  	???</a:t>
            </a:r>
            <a:r>
              <a:rPr lang="en-US" altLang="en-US" sz="1200">
                <a:latin typeface="+mn-lt"/>
                <a:hlinkClick r:id="rId2"/>
              </a:rPr>
              <a:t>@cec.sc.edu</a:t>
            </a:r>
            <a:endParaRPr lang="en-US" altLang="en-US" sz="1200">
              <a:latin typeface="+mn-lt"/>
            </a:endParaRPr>
          </a:p>
          <a:p>
            <a:r>
              <a:rPr lang="en-US" altLang="en-US" sz="1200">
                <a:latin typeface="+mn-lt"/>
              </a:rPr>
              <a:t>Web: </a:t>
            </a:r>
            <a:r>
              <a:rPr lang="en-US" altLang="en-US" sz="1200">
                <a:latin typeface="+mn-lt"/>
                <a:hlinkClick r:id="rId3"/>
              </a:rPr>
              <a:t>https://research.cec.sc.edu/wang</a:t>
            </a:r>
            <a:r>
              <a:rPr lang="en-US" altLang="en-US" sz="1200">
                <a:latin typeface="+mn-lt"/>
              </a:rPr>
              <a:t> </a:t>
            </a:r>
          </a:p>
        </p:txBody>
      </p:sp>
      <p:pic>
        <p:nvPicPr>
          <p:cNvPr id="903" name="USC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24600"/>
            <a:ext cx="609600" cy="381000"/>
          </a:xfrm>
          <a:prstGeom prst="rect">
            <a:avLst/>
          </a:prstGeom>
        </p:spPr>
      </p:pic>
      <p:sp>
        <p:nvSpPr>
          <p:cNvPr id="913" name="Footer Text"/>
          <p:cNvSpPr txBox="1"/>
          <p:nvPr/>
        </p:nvSpPr>
        <p:spPr>
          <a:xfrm>
            <a:off x="6858000" y="6426200"/>
            <a:ext cx="48768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000">
                <a:solidFill>
                  <a:srgbClr val="767676"/>
                </a:solidFill>
              </a:rPr>
              <a:t>Department of Mechanical Engineering  |  University of South Carolina</a:t>
            </a:r>
          </a:p>
        </p:txBody>
      </p:sp>
    </p:spTree>
    <p:extLst>
      <p:ext uri="{BB962C8B-B14F-4D97-AF65-F5344CB8AC3E}">
        <p14:creationId xmlns:p14="http://schemas.microsoft.com/office/powerpoint/2010/main" val="73641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MSE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0" y="34184"/>
            <a:ext cx="12192000" cy="533400"/>
          </a:xfrm>
          <a:prstGeom prst="rect">
            <a:avLst/>
          </a:prstGeom>
        </p:spPr>
        <p:txBody>
          <a:bodyPr/>
          <a:lstStyle>
            <a:lvl1pPr>
              <a:defRPr sz="3200" b="1" baseline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982899" y="6383400"/>
            <a:ext cx="7112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5536A9C-6426-45C5-9B4A-30C25CF754A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11" name="Straight Connector 10"/>
          <p:cNvCxnSpPr>
            <a:cxnSpLocks noChangeShapeType="1"/>
          </p:cNvCxnSpPr>
          <p:nvPr userDrawn="1"/>
        </p:nvCxnSpPr>
        <p:spPr bwMode="auto">
          <a:xfrm>
            <a:off x="0" y="609600"/>
            <a:ext cx="121920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 type="none" w="sm" len="lg"/>
          </a:ln>
        </p:spPr>
      </p:cxnSp>
      <p:cxnSp>
        <p:nvCxnSpPr>
          <p:cNvPr id="5" name="Straight Connector 4"/>
          <p:cNvCxnSpPr/>
          <p:nvPr userDrawn="1"/>
        </p:nvCxnSpPr>
        <p:spPr>
          <a:xfrm>
            <a:off x="0" y="6357198"/>
            <a:ext cx="1219200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2">
            <a:extLst>
              <a:ext uri="{FF2B5EF4-FFF2-40B4-BE49-F238E27FC236}">
                <a16:creationId xmlns:a16="http://schemas.microsoft.com/office/drawing/2014/main" id="{D7431D1A-F6F1-4628-99F3-F2DD60F44E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66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2D2DE0F-BD14-4326-D8DA-6CB8EA821C8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14587" y="5773245"/>
            <a:ext cx="7772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 baseline="0">
                <a:solidFill>
                  <a:schemeClr val="tx2">
                    <a:lumMod val="7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000" i="1"/>
              <a:t>Thank You for Your Attention !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F0093D98-D313-1C83-0172-195630FD88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23443" y="5107977"/>
            <a:ext cx="3842510" cy="1200329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0" bIns="45720">
            <a:spAutoFit/>
          </a:bodyPr>
          <a:lstStyle>
            <a:lvl1pPr marL="117475" indent="-117475" eaLnBrk="0" hangingPunct="0"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69913" algn="l"/>
                <a:tab pos="1711325" algn="l"/>
                <a:tab pos="2173288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1">
                <a:latin typeface="+mn-lt"/>
              </a:rPr>
              <a:t>University of South Carolina</a:t>
            </a:r>
          </a:p>
          <a:p>
            <a:r>
              <a:rPr lang="en-US" altLang="en-US" sz="1200" b="1">
                <a:latin typeface="+mn-lt"/>
              </a:rPr>
              <a:t>Department of Mechanical Engineering </a:t>
            </a:r>
          </a:p>
          <a:p>
            <a:r>
              <a:rPr lang="en-US" altLang="en-US" sz="1200">
                <a:latin typeface="+mn-lt"/>
              </a:rPr>
              <a:t>Name: ????</a:t>
            </a:r>
          </a:p>
          <a:p>
            <a:r>
              <a:rPr lang="en-US" altLang="en-US" sz="1200">
                <a:latin typeface="+mn-lt"/>
              </a:rPr>
              <a:t>Phone: 	(803) ???-???</a:t>
            </a:r>
          </a:p>
          <a:p>
            <a:r>
              <a:rPr lang="en-US" altLang="en-US" sz="1200">
                <a:latin typeface="+mn-lt"/>
              </a:rPr>
              <a:t>Email:  	???</a:t>
            </a:r>
            <a:r>
              <a:rPr lang="en-US" altLang="en-US" sz="1200">
                <a:latin typeface="+mn-lt"/>
                <a:hlinkClick r:id="rId2"/>
              </a:rPr>
              <a:t>@cec.sc.edu</a:t>
            </a:r>
            <a:endParaRPr lang="en-US" altLang="en-US" sz="1200">
              <a:latin typeface="+mn-lt"/>
            </a:endParaRPr>
          </a:p>
          <a:p>
            <a:r>
              <a:rPr lang="en-US" altLang="en-US" sz="1200">
                <a:latin typeface="+mn-lt"/>
              </a:rPr>
              <a:t>Web: </a:t>
            </a:r>
            <a:r>
              <a:rPr lang="en-US" altLang="en-US" sz="1200">
                <a:latin typeface="+mn-lt"/>
                <a:hlinkClick r:id="rId3"/>
              </a:rPr>
              <a:t>https://research.cec.sc.edu/wang</a:t>
            </a:r>
            <a:r>
              <a:rPr lang="en-US" altLang="en-US" sz="1200">
                <a:latin typeface="+mn-lt"/>
              </a:rPr>
              <a:t> </a:t>
            </a:r>
          </a:p>
        </p:txBody>
      </p:sp>
      <p:pic>
        <p:nvPicPr>
          <p:cNvPr id="904" name="USC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24600"/>
            <a:ext cx="609600" cy="381000"/>
          </a:xfrm>
          <a:prstGeom prst="rect">
            <a:avLst/>
          </a:prstGeom>
        </p:spPr>
      </p:pic>
      <p:sp>
        <p:nvSpPr>
          <p:cNvPr id="914" name="Footer Text"/>
          <p:cNvSpPr txBox="1"/>
          <p:nvPr/>
        </p:nvSpPr>
        <p:spPr>
          <a:xfrm>
            <a:off x="6858000" y="6426200"/>
            <a:ext cx="48768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000">
                <a:solidFill>
                  <a:srgbClr val="767676"/>
                </a:solidFill>
              </a:rPr>
              <a:t>Department of Mechanical Engineering  |  University of South Carolina</a:t>
            </a:r>
          </a:p>
        </p:txBody>
      </p:sp>
    </p:spTree>
    <p:extLst>
      <p:ext uri="{BB962C8B-B14F-4D97-AF65-F5344CB8AC3E}">
        <p14:creationId xmlns:p14="http://schemas.microsoft.com/office/powerpoint/2010/main" val="149374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2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3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73000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8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6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2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EB11928-F28D-3D73-DB8D-E5AC535C2C72}"/>
              </a:ext>
            </a:extLst>
          </p:cNvPr>
          <p:cNvSpPr>
            <a:spLocks noGrp="1"/>
          </p:cNvSpPr>
          <p:nvPr/>
        </p:nvSpPr>
        <p:spPr bwMode="auto">
          <a:xfrm>
            <a:off x="761999" y="211909"/>
            <a:ext cx="10668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r>
              <a:rPr lang="en-US" sz="3600" b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Dynamic-Resolution Control for RGB/IR Early-Fusion Object Detection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D0EE29-6F82-A52C-E792-9373151D5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545" y="1905000"/>
            <a:ext cx="2370909" cy="897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200"/>
              </a:spcAft>
              <a:buNone/>
            </a:pPr>
            <a:r>
              <a:rPr lang="en-US" sz="1400" b="1" spc="200">
                <a:solidFill>
                  <a:srgbClr val="73000A"/>
                </a:solidFill>
                <a:latin typeface="Arial"/>
              </a:rPr>
              <a:t>PRESENTER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2000" b="1">
                <a:solidFill>
                  <a:srgbClr val="1A1A1A"/>
                </a:solidFill>
                <a:latin typeface="Arial"/>
              </a:rPr>
              <a:t>Jacob Whisenant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500" b="0">
                <a:solidFill>
                  <a:srgbClr val="262626"/>
                </a:solidFill>
                <a:latin typeface="Arial"/>
              </a:rPr>
              <a:t>PhD student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61AD91-33A4-74A0-F53E-92D233904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68" t="1693" r="9760" b="19088"/>
          <a:stretch>
            <a:fillRect/>
          </a:stretch>
        </p:blipFill>
        <p:spPr>
          <a:xfrm>
            <a:off x="4633686" y="1550140"/>
            <a:ext cx="2924629" cy="293925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C1FB51-0EBD-AFBB-2D08-850AD20B5687}"/>
              </a:ext>
            </a:extLst>
          </p:cNvPr>
          <p:cNvSpPr txBox="1"/>
          <p:nvPr/>
        </p:nvSpPr>
        <p:spPr>
          <a:xfrm>
            <a:off x="7958546" y="1905000"/>
            <a:ext cx="38608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400" b="1" spc="200">
                <a:solidFill>
                  <a:srgbClr val="73000A"/>
                </a:solidFill>
                <a:latin typeface="Arial"/>
              </a:rPr>
              <a:t>AFFILIATION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700" b="1">
                <a:solidFill>
                  <a:srgbClr val="1A1A1A"/>
                </a:solidFill>
                <a:latin typeface="Arial"/>
              </a:rPr>
              <a:t>Dept. of Mechanical Engineering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500" b="0">
                <a:solidFill>
                  <a:srgbClr val="262626"/>
                </a:solidFill>
                <a:latin typeface="Arial"/>
              </a:rPr>
              <a:t>University of South Carolina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500" b="0">
                <a:solidFill>
                  <a:srgbClr val="262626"/>
                </a:solidFill>
                <a:latin typeface="Arial"/>
              </a:rPr>
              <a:t>Columbia, SC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EDD752-41A3-E4E6-7E28-F3879EBABFA5}"/>
              </a:ext>
            </a:extLst>
          </p:cNvPr>
          <p:cNvSpPr/>
          <p:nvPr/>
        </p:nvSpPr>
        <p:spPr>
          <a:xfrm>
            <a:off x="3017157" y="1410312"/>
            <a:ext cx="6157687" cy="469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3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04EDB-FBEA-9035-9C56-5922C69EDB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Proposed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B299E6-81C0-E304-55CC-427F8E5481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5536A9C-6426-45C5-9B4A-30C25CF754A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60DD2-6DFB-E7F7-6693-F8999F695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643" y="712231"/>
            <a:ext cx="11473646" cy="4351338"/>
          </a:xfrm>
        </p:spPr>
        <p:txBody>
          <a:bodyPr/>
          <a:lstStyle/>
          <a:p>
            <a:pPr lvl="0"/>
            <a:r>
              <a:rPr lang="en-US" sz="2000" b="0" dirty="0"/>
              <a:t>RGB/IR scenes vary in lighting, thermal contrast, and object size.</a:t>
            </a:r>
          </a:p>
          <a:p>
            <a:pPr lvl="0"/>
            <a:r>
              <a:rPr lang="en-US" sz="2000" b="0" dirty="0"/>
              <a:t>Current detectors process every scene at the same resolution.</a:t>
            </a:r>
          </a:p>
          <a:p>
            <a:pPr lvl="0"/>
            <a:r>
              <a:rPr lang="en-US" sz="2000" b="0" dirty="0"/>
              <a:t>High resolution = better detection, but higher latency, memory, and energy.</a:t>
            </a:r>
          </a:p>
          <a:p>
            <a:pPr lvl="0"/>
            <a:r>
              <a:rPr lang="en-US" sz="2000" b="0" dirty="0"/>
              <a:t>Low resolution = lower cost but may lose important features.</a:t>
            </a:r>
          </a:p>
          <a:p>
            <a:pPr lvl="0"/>
            <a:r>
              <a:rPr lang="en-US" sz="2000" b="0" dirty="0"/>
              <a:t>Affects real-time edge systems with limited computing resources.</a:t>
            </a:r>
          </a:p>
          <a:p>
            <a:pPr lvl="0"/>
            <a:r>
              <a:rPr lang="en-US" sz="2000" b="0"/>
              <a:t>Develop easy </a:t>
            </a:r>
            <a:r>
              <a:rPr lang="en-US" sz="2000" b="0" dirty="0"/>
              <a:t>to use API</a:t>
            </a:r>
          </a:p>
          <a:p>
            <a:pPr marL="0" indent="0" algn="ctr">
              <a:buNone/>
            </a:pPr>
            <a:endParaRPr lang="en-US" sz="2000" b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F990D6-4F0B-C7EE-E56A-C7A478710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74" b="86728"/>
          <a:stretch>
            <a:fillRect/>
          </a:stretch>
        </p:blipFill>
        <p:spPr>
          <a:xfrm>
            <a:off x="43660" y="3277074"/>
            <a:ext cx="7047087" cy="2041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9EB5D1-0417-8A8F-3201-37C5D10B97D1}"/>
              </a:ext>
            </a:extLst>
          </p:cNvPr>
          <p:cNvSpPr txBox="1"/>
          <p:nvPr/>
        </p:nvSpPr>
        <p:spPr>
          <a:xfrm>
            <a:off x="6831550" y="3883867"/>
            <a:ext cx="51131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/>
              <a:t>Can adaptive resolution reduce early-fusion inference cost while preserving detection accuracy?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1A4D4-00A7-306D-DCDB-15492B520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" t="17516" b="35406"/>
          <a:stretch>
            <a:fillRect/>
          </a:stretch>
        </p:blipFill>
        <p:spPr>
          <a:xfrm>
            <a:off x="0" y="3429000"/>
            <a:ext cx="6831550" cy="25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6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AAD7C-0B10-AF9E-8F59-4AE1F6B78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DA7E5-B0EF-C1C6-CF02-6EF5510978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Proposed Solution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692618-C501-E044-D7BA-DC9751877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5536A9C-6426-45C5-9B4A-30C25CF754A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3AC039-4C1E-2C15-21B5-05735D125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8992"/>
            <a:ext cx="12192000" cy="206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66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57DB0-82AF-9184-F897-2ED1BC6E47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08B3E3-1185-45AD-4BD3-48F91BD25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5536A9C-6426-45C5-9B4A-30C25CF754AC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BE6B35C-0D6F-0E68-3250-5039B89A1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7220"/>
            <a:ext cx="4830618" cy="4351338"/>
          </a:xfrm>
        </p:spPr>
        <p:txBody>
          <a:bodyPr/>
          <a:lstStyle/>
          <a:p>
            <a:pPr lvl="0"/>
            <a:r>
              <a:rPr lang="en-US" sz="2000"/>
              <a:t>Questions: </a:t>
            </a:r>
            <a:r>
              <a:rPr lang="en-US" sz="2000" b="0"/>
              <a:t>Accuracy–efficiency trade-off across resolutions and scenes </a:t>
            </a:r>
          </a:p>
          <a:p>
            <a:pPr lvl="0"/>
            <a:r>
              <a:rPr lang="en-US" sz="2000"/>
              <a:t>Variables: </a:t>
            </a:r>
            <a:r>
              <a:rPr lang="en-US" sz="2000" b="0"/>
              <a:t>Fixed/adaptive resolution, modality, and lighting condition </a:t>
            </a:r>
          </a:p>
          <a:p>
            <a:pPr lvl="0"/>
            <a:r>
              <a:rPr lang="en-US" sz="2000"/>
              <a:t>Evidence: </a:t>
            </a:r>
            <a:r>
              <a:rPr lang="en-US" sz="2000" b="0"/>
              <a:t>Accuracy–latency plot, comparison table, and detection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E512F4B-9792-E4E3-4B2B-CC63B1A7E0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4925780"/>
                  </p:ext>
                </p:extLst>
              </p:nvPr>
            </p:nvGraphicFramePr>
            <p:xfrm>
              <a:off x="4918044" y="657988"/>
              <a:ext cx="7273956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21299">
                      <a:extLst>
                        <a:ext uri="{9D8B030D-6E8A-4147-A177-3AD203B41FA5}">
                          <a16:colId xmlns:a16="http://schemas.microsoft.com/office/drawing/2014/main" val="2604781845"/>
                        </a:ext>
                      </a:extLst>
                    </a:gridCol>
                    <a:gridCol w="4852657">
                      <a:extLst>
                        <a:ext uri="{9D8B030D-6E8A-4147-A177-3AD203B41FA5}">
                          <a16:colId xmlns:a16="http://schemas.microsoft.com/office/drawing/2014/main" val="28149596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/>
                            <a:t>Evaluation Component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/>
                            <a:t>Plan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9081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Dataset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M³FD: day, night, and adverse weather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03252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Baselines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RGB-only, IR-only, fixed fusion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39312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Input Resolutions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320, 480, and 640 pixels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71615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Proposed Methods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Adaptive-resolution early fusion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58749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Quality Metrics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mAP@50-95, small-object AP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7285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System Metrics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p95 latency, FPS, GPU memory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46881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Rigor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 runs on the same model and hardware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547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Success Criterion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20%</m:t>
                              </m:r>
                            </m:oMath>
                          </a14:m>
                          <a:r>
                            <a:rPr lang="en-US"/>
                            <a:t> lower latency with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/>
                            <a:t>-point</a:t>
                          </a:r>
                          <a:r>
                            <a:rPr lang="en-US" baseline="0"/>
                            <a:t> mAP loss</a:t>
                          </a:r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8697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E512F4B-9792-E4E3-4B2B-CC63B1A7E0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4925780"/>
                  </p:ext>
                </p:extLst>
              </p:nvPr>
            </p:nvGraphicFramePr>
            <p:xfrm>
              <a:off x="4918044" y="657988"/>
              <a:ext cx="7273956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21299">
                      <a:extLst>
                        <a:ext uri="{9D8B030D-6E8A-4147-A177-3AD203B41FA5}">
                          <a16:colId xmlns:a16="http://schemas.microsoft.com/office/drawing/2014/main" val="2604781845"/>
                        </a:ext>
                      </a:extLst>
                    </a:gridCol>
                    <a:gridCol w="4852657">
                      <a:extLst>
                        <a:ext uri="{9D8B030D-6E8A-4147-A177-3AD203B41FA5}">
                          <a16:colId xmlns:a16="http://schemas.microsoft.com/office/drawing/2014/main" val="28149596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/>
                            <a:t>Evaluation Component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/>
                            <a:t>Plan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9081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Dataset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M³FD: day, night, and adverse weather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03252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Baselines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RGB-only, IR-only, fixed fusion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39312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Input Resolutions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320, 480, and 640 pixels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71615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Proposed Methods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Adaptive-resolution early fusion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58749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Quality Metrics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mAP@50-95, small-object AP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37285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System Metrics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p95 latency, FPS, GPU memory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46881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Rigor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3 runs on the same model and hardware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0547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Success Criterion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937" t="-808197" r="-627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869761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567077E5-B993-A5FC-7CB7-0EB370B32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044" y="4049740"/>
            <a:ext cx="5906340" cy="225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48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resentation3 [1787803024332]">
  <a:themeElements>
    <a:clrScheme name="Office">
      <a:dk1>
        <a:srgbClr val="000000"/>
      </a:dk1>
      <a:lt1>
        <a:srgbClr val="FFFFFF"/>
      </a:lt1>
      <a:dk2>
        <a:srgbClr val="73000A"/>
      </a:dk2>
      <a:lt2>
        <a:srgbClr val="F2F0F0"/>
      </a:lt2>
      <a:accent1>
        <a:srgbClr val="73000A"/>
      </a:accent1>
      <a:accent2>
        <a:srgbClr val="000000"/>
      </a:accent2>
      <a:accent3>
        <a:srgbClr val="CC2E40"/>
      </a:accent3>
      <a:accent4>
        <a:srgbClr val="767676"/>
      </a:accent4>
      <a:accent5>
        <a:srgbClr val="A6A6A6"/>
      </a:accent5>
      <a:accent6>
        <a:srgbClr val="D9D2D2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FAB872B-F640-44E0-A161-96F7B3803C2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012b537-323a-460a-b1be-56f7977db12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221</Words>
  <Application>Microsoft Office PowerPoint</Application>
  <PresentationFormat>Widescreen</PresentationFormat>
  <Paragraphs>44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 Math</vt:lpstr>
      <vt:lpstr>Wingdings</vt:lpstr>
      <vt:lpstr>Presentation3 [1787803024332]</vt:lpstr>
      <vt:lpstr>PowerPoint Presentation</vt:lpstr>
      <vt:lpstr>Proposed Problem</vt:lpstr>
      <vt:lpstr>Proposed Solution</vt:lpstr>
      <vt:lpstr>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mae</dc:creator>
  <cp:lastModifiedBy>Whisenant, Jacob</cp:lastModifiedBy>
  <cp:revision>1</cp:revision>
  <dcterms:created xsi:type="dcterms:W3CDTF">2009-07-31T19:10:46Z</dcterms:created>
  <dcterms:modified xsi:type="dcterms:W3CDTF">2026-09-01T18:57:05Z</dcterms:modified>
</cp:coreProperties>
</file>